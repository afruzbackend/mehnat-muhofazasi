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14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C2562D"/>
                </a:solidFill>
                <a:latin typeface="Georgia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MEHNAT MUHOFAZASI VA TEXNIKA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232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Yong‘in xavfsizligi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qoidalari va favqulodda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vaziyatlarda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harakatlanish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4036694"/>
            <a:ext cx="1097280" cy="5486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435673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747386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505866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Yong‘in kelib chiqishining asosiy sabablari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Yong‘in o‘chirish vositalari va ulardan foydalanish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Yong‘in haqida xabar berish tartibi (101, 112 xizmatlari)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yong‘in kelib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chiqish sabablari, o‘t o‘chirish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vositalari va ulardan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foydalanish hamda yong‘in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paytida to‘g‘ri harakatlanish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yuzasidan bilim va ko‘nikmalar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Yong‘in xavfi omillarini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aniqlaydilar, o‘t o‘chirgich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turlarini farqlaydilar va yong‘in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sodir bo‘lganda to‘g‘ri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harakatlanish tartibini biladilar.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1-REJA · YONG‘IN KELIB CHIQISHINING ASOSIY SABABLARI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Yonish uchburchagi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Yong‘in — nazoratdan chiqqan, moddiy zarar va inson hayotiga xavf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tug‘diruvchi yonish jarayoni.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1-REJA · YONG‘IN KELIB CHIQISHINING ASOSIY SABABLARI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Kompyuter xonasida yong‘in sabablari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elektr tarmog‘ining ortiqcha yuklanishi va simlarning qizib ketishi;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qisqa tutashuv (izolyatsiya buzilganda simlarning tutashishi);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93285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78307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sifatsiz yoki shikastlangan zaryadlovchi qurilmalar va uzatgichlar;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50181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35203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elektr jihozlarini nazoratsiz yoqilgan holda qoldirish;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07077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392099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qurilmalar ventilyatsiya teshiklarining yopilib qolishi va qizish;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63973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4899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shishgan yoki shikastlangan litiy-ion akkumulyatorlar (noutbuk,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telefon);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1-REJA · YONG‘IN KELIB CHIQISHINING ASOSIY SABABLARI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Yong‘in xavfsizligining asosiy talablari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5189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3-rasm.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44186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9209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Xonada o‘t o‘chirgich ko‘rinadigan va oson yetib boriladigan joyda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saqlanadi.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33485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83712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Evakuatsiya yo‘llari va eshiklar doimo bo‘sh turadi.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002445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852672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Ish yakunida barcha elektr jihozlari o‘chiriladi.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571405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421632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Yonuvchi materiallar (qog‘oz, karton, bo‘yoqlar) isitish asboblari va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qurilmalardan uzoqda saqlanadi.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YONG‘IN O‘CHIRISH VOSITALARI VA ULARDAN FOYDALANISH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O‘t o‘chirish vositalari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Yong‘inni dastlabki bosqichda o‘chirish uchun ko‘chma o‘t o‘chirgichlar, yong‘in kranlari, qum, kigiz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yoki zich mato qo‘llanadi.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842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727"/>
                <a:gridCol w="3914509"/>
                <a:gridCol w="463941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Turi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Qo‘llanishi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Xususiyati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Uglerod dioksidli (OU-3, OU-5)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Kompyuter, elektronika, kuchlanish ostidagi qurilmalar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Iz qoldirmaydi; karnayi –70 °C gacha soviydi, yalang qo‘l bilan…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Poroshokli (OP-4, OP-5)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Universal; 1000 V gacha kuchlanishdagi qurilmalar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Kukun texnikani ifloslantiradi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Suvli va ko‘pikli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Qog‘oz, yog‘och, matolar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Kuchlanish ostidagi jihozlarga QAT’IYAN MAN ETILADI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YONG‘IN O‘CHIRISH VOSITALARI VA ULARDAN FOYDALANISH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O‘t o‘chirgichdan foydalanish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O‘t o‘chirgich bosimi korpusdagi manometr orqali tekshiriladi: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ko‘rsatkich yashil sohada bo‘lishi kerak. O‘t o‘chirgichlar belgilangan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muddatlarda texnik ko‘rikdan o‘tkaziladi va qayta to‘ldiriladi.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Plombani uzib, chekani (tishikni) sug‘urib oling.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90236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75259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Shlang yoki karnayni olov asosiga qarating.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47132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32155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Dastakni bosing.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04028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89051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Olovni chetidan markazga qarab, yonma-yon harakatlantirib o‘chiring;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2–3 metr masofada turing va shamol orqangizda bo‘lsin.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YONG‘IN HAQIDA XABAR BERISH TARTIBI (101, 112 XIZMATLARI)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Yong‘in haqida xabar berish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Yong‘in sezilganda darhol 101 (Yong‘in xavfsizligi xizmati) yoki 112 (yagona qutqaruv xizmati)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raqamiga qo‘ng‘iroq qilinadi. Xabarda aniq manzil, nima yonayotgani, binoda odamlar bor-yo‘qligi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va o‘z ismingizni aytish kerak.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5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2264"/>
                <a:gridCol w="827639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Raqam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Xizmat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101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Yong‘in xavfsizligi xizmati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102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Ichki ishlar organlari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103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Tez tibbiy yordam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104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Gaz xizmati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112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Yagona qutqaruv xizmati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YONG‘IN HAQIDA XABAR BERISH TARTIBI (101, 112 XIZMATLARI)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Yong‘in sodir bo‘lganda harakatlar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Vahimaga tushmaslik va atrofdagilarni ogohlantirish.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101 yoki 112 raqamiga xabar berish.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93285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78307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Imkon bo‘lsa, xonadagi elektr energiyasini bosh avtomat orqali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o‘chirish.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24467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77469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Yong‘in kichik bo‘lsa — o‘t o‘chirgich bilan o‘chirishga harakat qilish;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kuchaysa — darhol chiqib ketish.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916083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766310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Evakuatsiya rejasi bo‘yicha binodan chiqish; liftdan foydalanmaslik.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485043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335270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Yig‘ilish joyida o‘qituvchiga yo‘qlama berish.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YONG‘IN HAQIDA XABAR BERISH TARTIBI (101, 112 XIZMATLARI)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Tutunli muhitda harakatlanish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Yong‘inda odamlarning ko‘pchiligi olovdan emas, tutundan zaharlanib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halok bo‘ladi. Tutun yuqoriga ko‘tariladi, toza havo esa polga yaqin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qismda saqlanadi. Shuning uchun burun va og‘izni nam mato bilan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to‘sib, egilib yoki emaklab harakatlanish kerak.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4389882"/>
          </a:xfrm>
          <a:prstGeom prst="roundRect">
            <a:avLst>
              <a:gd name="adj" fmla="val 1666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4389882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Yong‘in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10682313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Nazoratdan chiqqan, moddiy zarar va inson hayotiga xavf tug‘diruvchi yonish jarayoni.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04057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04057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36598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41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«Yonish uchburchagi» nima va u yong‘inni o‘chirishda qanday qo‘llanadi?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283177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283177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15718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24278"/>
            <a:ext cx="10206825" cy="441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Kompyuter xonasida yong‘in chiqishining asosiy sabablarini ayting.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862297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862297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894838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03398"/>
            <a:ext cx="10206825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Nima uchun kuchlanish ostidagi elektr jihozlarini suv bilan o‘chirish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mumkin emas?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837657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837657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870198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778758"/>
            <a:ext cx="10206825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Kompyuter yonganda qaysi o‘t o‘chirgich eng mos keladi va nima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uchun?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813017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813017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845558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754118"/>
            <a:ext cx="10206825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Yong‘in sodir bo‘lganda bajariladigan birinchi uchta muhim qadamni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ayting.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C2562D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3-mavzu. Yong‘in xavfsizligi qoidalari va favqulodda vaziyatlarda harakatlanish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