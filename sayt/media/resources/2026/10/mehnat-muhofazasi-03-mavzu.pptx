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14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C2562D"/>
                </a:solidFill>
                <a:latin typeface="Georgia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Nazariy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C2562D"/>
                </a:solidFill>
                <a:latin typeface="Segoe UI"/>
              </a:rPr>
              <a:t>MEHNAT MUHOFAZASI VA TEXNIKA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232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Yong‘in xavfsizligi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qoidalari va favqulodda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vaziyatlarda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harakatlanish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036694"/>
            <a:ext cx="1097280" cy="54864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4356734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747386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505866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3-MAVZU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207949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Yong‘in kelib chiqishining asosiy sabablari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54253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Yong‘in o‘chirish vositalari va ulardan foydalanish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500557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Yong‘in haqida xabar berish tartibi (101, 112 xizmatlari)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3-MAVZU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C2562D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3166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O‘quvchilarga yong‘in kelib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chiqish sabablari, o‘t o‘chirish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vositalari va ulardan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foydalanish hamda yong‘in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paytida to‘g‘ri harakatlanish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yuzasidan bilim va ko‘nikmalar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berish.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2274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Yong‘in xavfi omillarini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aniqlaydilar, o‘t o‘chirgich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turlarini farqlaydilar va yong‘in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sodir bo‘lganda to‘g‘ri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harakatlanish tartibini biladilar.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1-REJA · YONG‘IN KELIB CHIQISHINING ASOSIY SABABLARI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Yonish uchburchagi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96469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937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Yong‘in — nazoratdan chiqqan, moddiy zarar va inson hayotiga xavf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tug‘diruvchi yonish jarayoni.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1-REJA · YONG‘IN KELIB CHIQISHINING ASOSIY SABABLARI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Kompyuter xonasida yong‘in sabablari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elektr tarmog‘ining ortiqcha yuklanishi va simlarning qizib ketishi;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363891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21411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qisqa tutashuv (izolyatsiya buzilganda simlarning tutashishi);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2932851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278307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sifatsiz yoki shikastlangan zaryadlovchi qurilmalar va uzatgichlar;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3501811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35203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elektr jihozlarini nazoratsiz yoqilgan holda qoldirish;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070771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392099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qurilmalar ventilyatsiya teshiklarining yopilib qolishi va qizish;</a:t>
            </a:r>
          </a:p>
        </p:txBody>
      </p:sp>
      <p:sp>
        <p:nvSpPr>
          <p:cNvPr id="47" name="Rectangle 46"/>
          <p:cNvSpPr/>
          <p:nvPr/>
        </p:nvSpPr>
        <p:spPr>
          <a:xfrm rot="2700000">
            <a:off x="841161" y="4639731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4489958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shishgan yoki shikastlangan litiy-ion akkumulyatorlar (noutbuk,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telefon);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1-REJA · YONG‘IN KELIB CHIQISHINING ASOSIY SABABLARI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Yong‘in xavfsizligining asosiy talablari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51892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491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3-rasm.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441869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292096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Xonada o‘t o‘chirgich ko‘rinadigan va oson yetib boriladigan joyda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saqlanadi.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433485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283712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Evakuatsiya yo‘llari va eshiklar doimo bo‘sh turadi.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002445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852672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Ish yakunida barcha elektr jihozlari o‘chiriladi.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571405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421632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Yonuvchi materiallar (qog‘oz, karton, bo‘yoqlar) isitish asboblari va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qurilmalardan uzoqda saqlanadi.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2-REJA · YONG‘IN O‘CHIRISH VOSITALARI VA ULARDAN FOYDALANISH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O‘t o‘chirish vositalari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7005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Yong‘inni dastlabki bosqichda o‘chirish uchun ko‘chma o‘t o‘chirgichlar, yong‘in kranlari, qum, kigiz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yoki zich mato qo‘llanadi.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501138"/>
          <a:ext cx="10728654" cy="28428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4727"/>
                <a:gridCol w="3914509"/>
                <a:gridCol w="4639418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Turi</a:t>
                      </a:r>
                    </a:p>
                  </a:txBody>
                  <a:tcPr marL="109728" marR="109728" marT="73152" marB="73152">
                    <a:solidFill>
                      <a:srgbClr val="C256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Qo‘llanishi</a:t>
                      </a:r>
                    </a:p>
                  </a:txBody>
                  <a:tcPr marL="109728" marR="109728" marT="73152" marB="73152">
                    <a:solidFill>
                      <a:srgbClr val="C256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Xususiyati</a:t>
                      </a:r>
                    </a:p>
                  </a:txBody>
                  <a:tcPr marL="109728" marR="109728" marT="73152" marB="73152">
                    <a:solidFill>
                      <a:srgbClr val="C2562D"/>
                    </a:solidFill>
                  </a:tcPr>
                </a:tc>
              </a:tr>
              <a:tr h="786130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Uglerod dioksidli (OU-3, OU-5)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Kompyuter, elektronika, kuchlanish ostidagi qurilmalar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Iz qoldirmaydi; karnayi –70 °C gacha soviydi, yalang qo‘l bilan…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786130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Poroshokli (OP-4, OP-5)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Universal; 1000 V gacha kuchlanishdagi qurilmalar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Kukun texnikani ifloslantiradi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786130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Suvli va ko‘pikli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Qog‘oz, yog‘och, matolar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Kuchlanish ostidagi jihozlarga QAT’IYAN MAN ETILADI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2-REJA · YONG‘IN O‘CHIRISH VOSITALARI VA ULARDAN FOYDALANISH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O‘t o‘chirgichdan foydalanish tartibi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4104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383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O‘t o‘chirgich bosimi korpusdagi manometr orqali tekshiriladi: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ko‘rsatkich yashil sohada bo‘lishi kerak. O‘t o‘chirgichlar belgilangan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muddatlarda texnik ko‘rikdan o‘tkaziladi va qayta to‘ldiriladi.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3333409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318363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Plombani uzib, chekani (tishikni) sug‘urib oling.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902369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75259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Shlang yoki karnayni olov asosiga qarating.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471329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32155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Dastakni bosing.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5040289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890516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Olovni chetidan markazga qarab, yonma-yon harakatlantirib o‘chiring;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2–3 metr masofada turing va shamol orqangizda bo‘lsin.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3-REJA · YONG‘IN HAQIDA XABAR BERISH TARTIBI (101, 112 XIZMATLARI)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Yong‘in haqida xabar berish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01422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986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Yong‘in sezilganda darhol 101 (Yong‘in xavfsizligi xizmati) yoki 112 (yagona qutqaruv xizmati)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raqamiga qo‘ng‘iroq qilinadi. Xabarda aniq manzil, nima yonayotgani, binoda odamlar bor-yo‘qligi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va o‘z ismingizni aytish kerak.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814828"/>
          <a:ext cx="10728655" cy="2907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2264"/>
                <a:gridCol w="8276391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Raqam</a:t>
                      </a:r>
                    </a:p>
                  </a:txBody>
                  <a:tcPr marL="109728" marR="109728" marT="73152" marB="73152">
                    <a:solidFill>
                      <a:srgbClr val="C256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Xizmat</a:t>
                      </a:r>
                    </a:p>
                  </a:txBody>
                  <a:tcPr marL="109728" marR="109728" marT="73152" marB="73152">
                    <a:solidFill>
                      <a:srgbClr val="C2562D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101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Yong‘in xavfsizligi xizmati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102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Ichki ishlar organlari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103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Tez tibbiy yordam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104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Gaz xizmati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112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Yagona qutqaruv xizmati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10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3-REJA · YONG‘IN HAQIDA XABAR BERISH TARTIBI (101, 112 XIZMATLARI)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Yong‘in sodir bo‘lganda harakatlar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Vahimaga tushmaslik va atrofdagilarni ogohlantirish.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363891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21411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101 yoki 112 raqamiga xabar berish.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2932851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2783078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Imkon bo‘lsa, xonadagi elektr energiyasini bosh avtomat orqali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o‘chirish.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3924467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774694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Yong‘in kichik bo‘lsa — o‘t o‘chirgich bilan o‘chirishga harakat qilish;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kuchaysa — darhol chiqib ketish.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916083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766310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Evakuatsiya rejasi bo‘yicha binodan chiqish; liftdan foydalanmaslik.</a:t>
            </a:r>
          </a:p>
        </p:txBody>
      </p:sp>
      <p:sp>
        <p:nvSpPr>
          <p:cNvPr id="47" name="Rectangle 46"/>
          <p:cNvSpPr/>
          <p:nvPr/>
        </p:nvSpPr>
        <p:spPr>
          <a:xfrm rot="2700000">
            <a:off x="841161" y="5485043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5335270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Yig‘ilish joyida o‘qituvchiga yo‘qlama berish.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11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3-REJA · YONG‘IN HAQIDA XABAR BERISH TARTIBI (101, 112 XIZMATLARI)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Tutunli muhitda harakatlanish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Yong‘inda odamlarning ko‘pchiligi olovdan emas, tutundan zaharlanib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halok bo‘ladi. Tutun yuqoriga ko‘tariladi, toza havo esa polga yaqin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qismda saqlanadi. Shuning uchun burun va og‘izni nam mato bilan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to‘sib, egilib yoki emaklab harakatlanish kerak.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12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3-MAVZU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Asosiy atamalar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4389882"/>
          </a:xfrm>
          <a:prstGeom prst="roundRect">
            <a:avLst>
              <a:gd name="adj" fmla="val 1666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73152" cy="4389882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1809750"/>
            <a:ext cx="10682313" cy="367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sz="2200" b="1">
                <a:solidFill>
                  <a:srgbClr val="1B2A4A"/>
                </a:solidFill>
                <a:latin typeface="Georgia"/>
              </a:rPr>
              <a:t>Yong‘in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2222500"/>
            <a:ext cx="10682313" cy="359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Nazoratdan chiqqan, moddiy zarar va inson hayotiga xavf tug‘diruvchi yonish jarayoni.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13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3-MAVZU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04057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04057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36598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441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«Yonish uchburchagi» nima va u yong‘inni o‘chirishda qanday qo‘llanadi?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283177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283177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315718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224278"/>
            <a:ext cx="10206825" cy="441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Kompyuter xonasida yong‘in chiqishining asosiy sabablarini ayting.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2862297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2862297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2894838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2803398"/>
            <a:ext cx="10206825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Nima uchun kuchlanish ostidagi elektr jihozlarini suv bilan o‘chirish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mumkin emas?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3837657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3837657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3870198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3778758"/>
            <a:ext cx="10206825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Kompyuter yonganda qaysi o‘t o‘chirgich eng mos keladi va nima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uchun?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4813017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4813017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4845558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754118"/>
            <a:ext cx="10206825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Yong‘in sodir bo‘lganda bajariladigan birinchi uchta muhim qadamni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ayting.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14 / 14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C2562D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3-mavzu. Yong‘in xavfsizligi qoidalari va favqulodda vaziyatlarda harakatlanish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