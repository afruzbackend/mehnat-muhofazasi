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13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F68B8"/>
                </a:solidFill>
                <a:latin typeface="Georgia"/>
              </a:rPr>
              <a:t>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Server va kompyuter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tarmoqlaridan xavfsiz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foydalanish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3467735"/>
            <a:ext cx="1097280" cy="5486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787774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17842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8970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189661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Tarmoq kabellari (UTP/FTP) va kommutatorlar bilan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ishlashda fizik xavfsizlik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Server xonasiga kirish va undagi xavfsizlik tartibi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mashq: tarmoq qurilmalarini to‘g‘ri va xavfsiz ulash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F68B8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tarmoq kabellari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va kommutatorlar bilan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ishlashda fizik xavfsizlik, server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xonasiga qo‘yiladigan talablar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hamda tarmoq qurilmalarini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ulash bo‘yicha amaliy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Patch-kord kabelini tekshira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oladilar, RJ-45 konnektorini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to‘g‘ri ulab-ajratadilar, kabelni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xavfsiz yotqizadilar va server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xonasi talablarini biladilar.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TARMOQ KABELLARI (UTP/FTP) VA KOMMUTATORLAR BILAN ISHLASHDA FIZIK XAVFSIZLIK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Tarmoqning grafik dizayn studiyasidagi o‘rni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Kompyuter tarmoqlari va serverlar grafik dizayn studiyalarida katta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hajmdagi fayllarni almashish, umumiy loyihalar ustida birgalikda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ishlash, zaxira nusxalarni saqlash va tarmoq printerlaridan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foydalanishni ta’minlaydi.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TARMOQ KABELLARI (UTP/FTP) VA KOMMUTATORLAR BILAN ISHLASHDA FIZIK XAVFSIZLIK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tushunchalar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724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4145"/>
                <a:gridCol w="834450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Tushuncha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Ma’nosi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786130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Kommutator (switch)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Lokal tarmoqdagi kompyuterlarni o‘zaro ulovchi qurilma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UTP / FTP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O‘ralgan juftlikdagi tarmoq kabeli: UTP — ekransiz, FTP — folga bilan…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Patch-kord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Ikki uchiga RJ-45 konnektor o‘rnatilgan qisqa tarmoq kabeli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Server shkafi (rack)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Server va tarmoq jihozlarini o‘rnatish uchun standart metall shkaf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1-REJA · TARMOQ KABELLARI (UTP/FTP) VA KOMMUTATORLAR BILAN ISHLASHDA FIZIK XAVFSIZLIK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Tarmoq kabellari bilan ishlash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45288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25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>
                <a:solidFill>
                  <a:srgbClr val="3A4560"/>
                </a:solidFill>
                <a:latin typeface="Segoe UI"/>
              </a:rPr>
              <a:t>17-rasm.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34433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226056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Kabellar pol ustida sochilib yotmasligi, maxsus kabel-kanallarda, stol ostidagi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lotoklarda yoki devor bo‘ylab yotqizilishi kerak.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20590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087624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Kabellarni o‘tkir burchak ostida bukmaslik, ustidan stul g‘ildiragi bilan yurmaslik,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eshik oralig‘ida qisib qo‘ymaslik.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6746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949192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Tarmoq kabellarini elektr kabellaridan ajratib yotqizish — bu ham xavfsizlik, ham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signal sifati uchun muhim.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92903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810760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RJ-45 konnektorini tortib emas, qulfchasini bosib chiqarish.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43297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314696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0">
                <a:solidFill>
                  <a:srgbClr val="1B2A4A"/>
                </a:solidFill>
                <a:latin typeface="Segoe UI"/>
              </a:rPr>
              <a:t>Shikastlangan kabel yoki singan konnektorli patch-kord darhol almashtiriladi.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SERVER XONASIGA KIRISH VA UNDAGI XAVFSIZLIK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Server xonasiga qo‘yiladigan talablar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0142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Server shkafi ichida ishlaganda uzuk, soat, bilakuzukni yechish va antistatik bilakuzuk taqish kerak.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Serverlar ko‘p issiqlik chiqaradi; qizib ketish texnika ishdan chiqishi va yong‘inga olib kelishi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mumkin.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814828"/>
          <a:ext cx="10728655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414"/>
                <a:gridCol w="8412241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Talab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Mazmuni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Kirish nazorati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Faqat ruxsati bor mas’ul xodimlar kiradi;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Mikroiqlim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Harorat 18–24 °C, nisbiy namlik 40–60 %; konditsioner doimiy ishlaydi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Yerga ulash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Server shkaflari va barcha metall konstruksiyalar zazemleniyega…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Yong‘in xavfsizligi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Avtomatik signalizatsiya; gazli yoki uglerod dioksidli o‘t o‘chirish…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Elektr ta’minoti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Serverlar UPS orqali quvvatlanadi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2-REJA · SERVER XONASIGA KIRISH VA UNDAGI XAVFSIZLIK TARTIBI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Kommutator va tarmoq qurilmalarini ulash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Tarmoq qurilmasini ulashdan oldin uning korpusi, quvvat kabeli va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portlari ko‘zdan kechiriladi. Qurilma ventilyatsiya teshiklari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to‘silmaydigan, chang kam joyga o‘rnatiladi. Avval tarmoq kabellari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ulanadi, oxirida quvvat beriladi.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AMALIY MASHQ: TARMOQ QURILMALARINI TO‘G‘RI VA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Amaliy mashq bosqichlari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Patch-kord kabelining tashqi butunligini tekshirish: izolyatsiya,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konnektor, qulfcha.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LAN-tester yordamida simlar ketma-ketligini (T568B standarti)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tekshirish.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778163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628390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RJ-45 konnektorini kommutator va kompyuter portiga to‘g‘ri ulash va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qulfcha bilan chiqarish.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76977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62000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Kabelni kabel-kanal orqali xavfsiz yotqizishni namoyish etish.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3387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1889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Ulanishni port indikator chiroqlari va «ping» buyrug‘i orqali tekshirish.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AMALIY MASHQ: TARMOQ QURILMALARINI TO‘G‘RI VA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T568B standarti bo‘yicha simlar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3396"/>
                <a:gridCol w="3401768"/>
                <a:gridCol w="2093396"/>
                <a:gridCol w="3140094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Kontakt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Sim rangi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Kontakt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Sim rangi</a:t>
                      </a:r>
                    </a:p>
                  </a:txBody>
                  <a:tcPr marL="109728" marR="109728" marT="73152" marB="73152">
                    <a:solidFill>
                      <a:srgbClr val="2F68B8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Oq-to‘q sariq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Oq-ko‘k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To‘q sariq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Yashil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Oq-yashil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Oq-jigarrang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Ko‘k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Jigarrang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3-REJA · AMALIY MASHQ: TARMOQ QURILMALARINI TO‘G‘RI VA XAVFSIZ ULASH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Amaliy mashg‘ulot xavfsizligi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Mashg‘ulot davomida kabel uchlarini kesish va konnektor siqishda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(krimper bilan ishlaganda) barmoqlarni ehtiyot qilish, kesilgan sim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bo‘laklarini maxsus idishga yig‘ish kerak. Kommutator va kompyuterlar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faqat o‘qituvchi ruxsati bilan yoqiladi.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77917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62940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AMALIY TOPSHIRIQ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4348139"/>
            <a:ext cx="109901" cy="109901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4198366"/>
            <a:ext cx="10729862" cy="1313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O‘quv tarmog‘ida: 1) patch-kord kabelining tashqi butunligini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tekshirish; 2) LAN-tester yordamida simlar ketma-ketligini (T568B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standarti) tekshirish;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F68B8"/>
                </a:solidFill>
                <a:latin typeface="Segoe UI"/>
              </a:rPr>
              <a:t>17-MAVZU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uchun tarmoq kabellari pol ustida ochiq yotmasligi kerak?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UTP va FTP kabellarining farqi nimada?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Server xonasiga qanday talablar qo‘yiladi?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Server shkaflariga zazemleniye ulanishining sababi nima?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RJ-45 konnektorini qanday to‘g‘ri chiqarish kerak?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17-mavzu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F6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F68B8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17-mavzu. Server va kompyuter tarmoqlaridan xavfsiz foydalanish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