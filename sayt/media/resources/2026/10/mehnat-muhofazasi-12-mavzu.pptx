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12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B07D1E"/>
                </a:solidFill>
                <a:latin typeface="Georgia"/>
              </a:rPr>
              <a:t>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Nazariy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07D1E"/>
                </a:solidFill>
                <a:latin typeface="Segoe UI"/>
              </a:rPr>
              <a:t>MEHNAT MUHOFAZASI VA TEXNIKA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175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Shaxsiy himoya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vositalaridan foydalanish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qoidalari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3467735"/>
            <a:ext cx="1097280" cy="54864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787774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178427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48970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12-MAVZU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207949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SHHVni kiyish va sozlash tartibi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54253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Foydalanish jarayonida xavfsizlikka rioya qilish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500557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Yaroqsiz SHHV bilan ishlashning xavflari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12-MAVZU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07D1E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2720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O‘quvchilarga shaxsiy himoya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vositalarini foydalanishdan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oldin tekshirish, to‘g‘ri kiyish va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sozlash hamda yaroqsiz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vositalarning xavfi yuzasidan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bilim va ko‘nikmalar berish.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2274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SHHVni ishlatishdan oldin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tekshira oladilar, vositalarni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to‘g‘ri kiyib sozlaydilar va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yaroqsiz vositani aniqlab,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foydalanishdan chiqaradilar.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1-REJA · SHHVNI KIYISH VA SOZLASH TARTIBI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To‘g‘ri foydalanishning ahamiyati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Eng sifatli himoya vositasi ham noto‘g‘ri taqilsa yoki shikastlangan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bo‘lsa, kutilgan himoyani bermaydi. Bundan ham yomoni — u odamda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soxta xavfsizlik hissini uyg‘otadi: «Men himoyalanganman» deb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o‘ylagan odam ehtiyotkorlikni yo‘qotadi.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1-REJA · SHHVNI KIYISH VA SOZLASH TARTIBI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Foydalanishdan oldin tekshirish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79183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1">
                <a:solidFill>
                  <a:srgbClr val="1B2A4A"/>
                </a:solidFill>
                <a:latin typeface="Segoe UI"/>
              </a:rPr>
              <a:t>Vositani tashqi ko‘rikdan o‘tkazish: </a:t>
            </a:r>
            <a:r>
              <a:rPr sz="2400" b="0">
                <a:solidFill>
                  <a:srgbClr val="1B2A4A"/>
                </a:solidFill>
                <a:latin typeface="Segoe UI"/>
              </a:rPr>
              <a:t>yirtiq, teshik, yoriq, tirnalgan, erigan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yoki deformatsiyalangan joylar yo‘qligiga ishonch hosil qilish.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705775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571750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Yaroqlilik muddati va (dielektrik vositalarda) keyingi sinov sanasi ko‘rsatilgan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shtampni tekshirish.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632367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498342"/>
            <a:ext cx="10729862" cy="1216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Dielektrik qo‘lqoplarni teshik yo‘qligiga tekshirish: qo‘lqopni manjet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tomondan barmoqlar tomon o‘rab, ichidagi havoni siqib ko‘rish — havo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chiqib…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949103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815078"/>
            <a:ext cx="10729862" cy="435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Ko‘zoynak oynalari toza, tirnalmagan, ramkasi butun bo‘lishi kerak.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5485551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5351526"/>
            <a:ext cx="10729862" cy="435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Antistatik bilakuzukning simi va qisqichi butunligini tekshirish.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1-REJA · SHHVNI KIYISH VA SOZLASH TARTIBI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Asosiy tushunchalar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731520" y="1645158"/>
          <a:ext cx="10728654" cy="1938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497"/>
                <a:gridCol w="8534157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Tushuncha</a:t>
                      </a:r>
                    </a:p>
                  </a:txBody>
                  <a:tcPr marL="109728" marR="109728" marT="73152" marB="73152">
                    <a:solidFill>
                      <a:srgbClr val="B07D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Ma’nosi</a:t>
                      </a:r>
                    </a:p>
                  </a:txBody>
                  <a:tcPr marL="109728" marR="109728" marT="73152" marB="73152">
                    <a:solidFill>
                      <a:srgbClr val="B07D1E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Tashqi ko‘rik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Vositani ishlatishdan oldin ko‘z bilan shikast va nuqsonlarni…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Yaroqlilik muddati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Ishlab chiqaruvchi kafolatlagan, vosita o‘z xususiyatlarini…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Sinov shtampi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Dielektrik vositaning laboratoriya sinovidan o‘tgani va keyingi sinov…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2-REJA · FOYDALANISH JARAYONIDA XAVFSIZLIKKA RIOYA QILISH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Kiyish va sozlash qoidalari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731520" y="1645158"/>
          <a:ext cx="10728655" cy="2907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5036"/>
                <a:gridCol w="8233619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Vosita</a:t>
                      </a:r>
                    </a:p>
                  </a:txBody>
                  <a:tcPr marL="109728" marR="109728" marT="73152" marB="73152">
                    <a:solidFill>
                      <a:srgbClr val="B07D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To‘g‘ri kiyish va sozlash</a:t>
                      </a:r>
                    </a:p>
                  </a:txBody>
                  <a:tcPr marL="109728" marR="109728" marT="73152" marB="73152">
                    <a:solidFill>
                      <a:srgbClr val="B07D1E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Himoya ko‘zoynagi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Yuzga zich, lekin siqmasdan o‘tiradi; tasmasi bosh o‘lchamiga…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Quloqchin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Quloqni to‘liq yopadi; quloq tiqinlari toza qo‘l bilan, to‘g‘ri…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Qo‘lqop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O‘lchamga mos; dielektrik qo‘lqop manjeti kiyim yengining ustidan…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Antistatik bilakuzuk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Teriga zich tegib turadi; qisqichi korpusning bo‘yalmagan metall…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Maxsus kiyim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Tugmalari qadalgan, yenglari tushirilgan;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2-REJA · FOYDALANISH JARAYONIDA XAVFSIZLIKKA RIOYA QILISH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Foydalanish jarayonida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4104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383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Ish davomida vositani yechmaslik va uning holatini kuzatib borish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kerak. Agar ish paytida vosita shikastlansa (qo‘lqop yirtilsa, ko‘zoynak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yorilsa), ishni darhol to‘xtatib, uni almashtirish lozim.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3333409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3183636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Antistatik bilakuzuk bilan ishlaganda kompyuter tarmoqdan uzilgan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bo‘lishi kerak.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3-REJA · YAROQSIZ SHHV BILAN ISHLASHNING XAVFLARI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Yaroqsiz SHHV xavfi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Teshik dielektrik qo‘lqop tok urishidan himoya qilmaydi.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363891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21411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Yorilgan ko‘zoynak sinib, ko‘zni jarohatlashi mumkin.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2932851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278307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To‘g‘ri o‘rnatilmagan quloq tiqini shovqinning bir qismini o‘tkazadi.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3501811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352038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Uzilgan simli antistatik bilakuzuk zaryadni olib ketmaydi va texnikani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buzadi.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493427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343654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Muddati o‘tgan respirator filtri zararli moddalarni ushlab qolmaydi.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10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3-REJA · YAROQSIZ SHHV BILAN ISHLASHNING XAVFLARI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Nosoz vosita aniqlanganda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96469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937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Nosoz vositani «hozircha ishlatib turish» qat’iyan man etiladi. Shubha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tug‘ilsa — ishlatmang, almashtiring.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887639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73786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Vositadan foydalanishni darhol to‘xtatish.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456599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30682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Uni alohida belgilash («Yaroqsiz» yozuvi).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025559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87578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Mas’ul shaxsga topshirish va yangisini olish.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594519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44474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Holatni hisob jurnaliga yozish.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11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12-MAVZU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2082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2082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533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Nima uchun yaroqsiz SHHV ishlatish xavfli?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33296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33296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3655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25729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SHHVdan foydalanishdan oldin nimalar tekshiriladi?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294510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294510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29776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286943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Dielektrik qo‘lqopning butunligi qanday tekshiriladi?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355724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355724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358978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348157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Antistatik bilakuzuk qanday to‘g‘ri ulanadi?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416938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416938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420192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09371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Ish paytida vosita shikastlansa, nima qilish kerak?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12-mavzu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12 /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B07D1E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12-mavzu. Shaxsiy himoya vositalaridan foydalanish qoidalari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