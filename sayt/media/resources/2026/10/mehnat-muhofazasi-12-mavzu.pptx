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Shaxsiy himoya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vositalaridan foydalanish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qoidalari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Shhvni kiyish va sozlash tartibi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Foydalanish jarayonida xavfsizlikka rioya qilish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Yaroqsiz shhv bilan ishlashning xavflari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shaxsiy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vositalarini foydalanishdan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oldin tekshirish, to‘g‘ri kiyish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sozlash hamda yaroqsiz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vositalarning xavfi yuzasidan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bilim va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SHHVni ishlatishdan oldin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 oladilar, vositalarni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kiyib sozlaydilar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yaroqsiz vositani aniqlab,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foydalanishdan chiqaradilar.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SHHVNI KIYISH VA SOZLASH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To‘g‘ri foydalanishning ahamiyati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Eng sifatli himoya vositasi ham noto‘g‘ri taqilsa yoki shikastlangan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bo‘lsa, kutilgan himoyani bermaydi. Bundan ham yomoni — u odamda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soxta xavfsizlik hissini uyg‘otadi: «Men himoyalanganman» deb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o‘ylagan odam ehtiyotkorlikni yo‘qotadi.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SHHVNI KIYISH VA SOZLASH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Foydalanishdan oldin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Vositani tashqi ko‘rikdan o‘tkazish: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yirtiq, teshik, yoriq, tirnalgan, erigan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yoki deformatsiyalangan joylar yo‘qligiga ishonch hosil qilish.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Yaroqlilik muddati va (dielektrik vositalarda) keyingi sinov sanasi ko‘rsatilgan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shtampni tekshirish.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Dielektrik qo‘lqoplarni teshik yo‘qligiga tekshirish: qo‘lqopni manjet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tomondan barmoqlar tomon o‘rab, ichidagi havoni siqib ko‘rish — havo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chiqib…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94910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81507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Ko‘zoynak oynalari toza, tirnalmagan, ramkasi butun bo‘lishi kerak.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8555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3515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Antistatik bilakuzukning simi va qisqichi butunligini tekshirish.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SHHVNI KIYISH VA SOZLASH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tushunchalar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497"/>
                <a:gridCol w="853415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Tushuncha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Tashqi ko‘rik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Vositani ishlatishdan oldin ko‘z bilan shikast va nuqsonlarni…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Yaroqlilik muddati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Ishlab chiqaruvchi kafolatlagan, vosita o‘z xususiyatlarini…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Sinov shtampi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Dielektrik vositaning laboratoriya sinovidan o‘tgani va keyingi sinov…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FOYDALANISH JARAYONIDA XAVFSIZLIKKA RIOYA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Kiyish va sozlash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036"/>
                <a:gridCol w="823361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Vosita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kiyish va sozlash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Himoya ko‘zoynagi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Yuzga zich, lekin siqmasdan o‘tiradi; tasmasi bosh o‘lchamiga…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Quloqchin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Quloqni to‘liq yopadi; quloq tiqinlari toza qo‘l bilan, to‘g‘ri…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Qo‘lqop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O‘lchamga mos; dielektrik qo‘lqop manjeti kiyim yengining ustidan…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Antistatik bilakuzuk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Teriga zich tegib turadi; qisqichi korpusning bo‘yalmagan metall…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Maxsus kiyim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Tugmalari qadalgan, yenglari tushirilgan;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FOYDALANISH JARAYONIDA XAVFSIZLIKKA RIOYA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Foydalanish jarayonida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davomida vositani yechmaslik va uning holatini kuzatib borish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kerak. Agar ish paytida vosita shikastlansa (qo‘lqop yirtilsa, ko‘zoynak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yorilsa), ishni darhol to‘xtatib, uni almashtirish lozim.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Antistatik bilakuzuk bilan ishlaganda kompyuter tarmoqdan uzilgan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bo‘lishi kerak.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YAROQSIZ SHHV BILAN ISHLASHNING XAVFLARI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Yaroqsiz SHHV xavfi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Teshik dielektrik qo‘lqop tok urishidan himoya qilmaydi.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Yorilgan ko‘zoynak sinib, ko‘zni jarohatlashi mumkin.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To‘g‘ri o‘rnatilmagan quloq tiqini shovqinning bir qismini o‘tkazadi.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Uzilgan simli antistatik bilakuzuk zaryadni olib ketmaydi va texnikani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buzadi.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342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4365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Muddati o‘tgan respirator filtri zararli moddalarni ushlab qolmaydi.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YAROQSIZ SHHV BILAN ISHLASHNING XAVFLARI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Nosoz vosita aniqlanganda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Nosoz vositani «hozircha ishlatib turish» qat’iyan man etiladi. Shubha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tug‘ilsa — ishlatmang, almashtiring.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Vositadan foydalanishni darhol to‘xtatish.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Uni alohida belgilash («Yaroqsiz» yozuvi).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555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578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Mas’ul shaxsga topshirish va yangisini olish.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451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4474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Holatni hisob jurnaliga yozish.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yaroqsiz SHHV ishlatish xavfli?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SHHVdan foydalanishdan oldin nimalar tekshiriladi?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Dielektrik qo‘lqopning butunligi qanday tekshiriladi?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Antistatik bilakuzuk qanday to‘g‘ri ulanadi?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paytida vosita shikastlansa, nima qilish 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12-mavzu. Shaxsiy himoya vositalaridan foydalanish qoidalari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