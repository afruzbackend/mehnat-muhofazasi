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12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9E2A3A"/>
                </a:solidFill>
                <a:latin typeface="Georgia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Favqulodda vaziyatlarda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xavfsiz harakatlanish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qoidalari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6-MAVZU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Favqulodda vaziyatlar (FV) turlari: tabiiy, texnogen,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ekologik va ijtimoiy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Texnikum binosida FV yuz berganda xatti-harakatlar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Ogohlantirish signallari va ularga javob berish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6-MAVZU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favqulodda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vaziyatlar turlari, zilzila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boshqa favqulodda holatlarda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 harakatlanish hamda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ogohlantirish signallariga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javob berish yuzasidan bilim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Favqulodda vaziyatlarni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tasniflaydilar, zilzila va boshqa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holatlarda to‘g‘ri harakat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qiladilar hamda ogohlantirish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signallarini taniydilar.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1-REJA · FAVQULODDA VAZIYATLAR (FV) TURLARI: TABIIY, TEXNOGEN, EKOLOGIK VA IJTIMOIY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Favqulodda vaziyat tushunchasi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Favqulodda vaziyat (FV) — inson hayoti va salomatligiga xavf soluvchi,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katta moddiy yo‘qotishlarga va kundalik hayotning izdan chiqishiga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olib keluvchi hodisa natijasida yuzaga kelgan holat.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1-REJA · FAVQULODDA VAZIYATLAR (FV) TURLARI: TABIIY, TEXNOGEN, EKOLOGIK VA IJTIMOIY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Favqulodda vaziyatlarning turlari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0142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Ko‘lamiga ko‘ra favqulodda vaziyatlar lokal (bir obyekt doirasida), mahalliy, respublika va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transchegaraviy bo‘lishi mumkin. O‘zbekiston, xususan Toshkent viloyati seysmik faol hududda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joylashgan.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81482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665"/>
                <a:gridCol w="9613989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Turi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Misollar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Tabiiy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Zilzila, sel, toshqin, kuchli shamol, qor ko‘chkisi, o‘ta issiq yoki…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Texnogen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Yong‘in, portlash, gaz sizib chiqishi, elektr tarmog‘idagi yirik…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Ekologik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Havo, suv va tuproqning keskin ifloslanishi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Ijtimoiy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Epidemiyalar, ommaviy tartibsizliklar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2-REJA · TEXNIKUM BINOSIDA FV YUZ BERGANDA XATTI-HARAKATLAR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Zilzila paytidagi harakatlar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45288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>
                <a:solidFill>
                  <a:srgbClr val="3A4560"/>
                </a:solidFill>
                <a:latin typeface="Segoe UI"/>
              </a:rPr>
              <a:t>Zilzila paytida asosiy tamoyil — «Yerga tush, panalan, ushlab tur»: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44333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26056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Vahimaga tushmaslik. Bino ichida bo‘lsangiz, yugurib chiqishga urinmang — ko‘p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jarohatlar aynan yugurish va zinapoyada tiqilinch paytida olinadi.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20590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087624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Mustahkam stol ostiga kirish yoki yuk ko‘taruvchi ichki devor yonida, eshik o‘rnida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turish; boshni qo‘llar yoki sumka bilan himoya qilish.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06746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949192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Derazalar, shisha to‘siqlar, monitorlar, og‘ir javon va shkaflardan uzoqroq bo‘lish.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571405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453128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Silkinish to‘xtagach, o‘qituvchi ko‘rsatmasi bilan zinapoyalar orqali tartibli ravishda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binodan chiqish. Liftdan foydalanish taqiqlanadi.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432973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314696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Tashqarida binolar, elektr ustunlari va simlardan uzoqda, ochiq joyda to‘planish.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2-REJA · TEXNIKUM BINOSIDA FV YUZ BERGANDA XATTI-HARAKATLAR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Boshqa favqulodda vaziyatlarda harakatlar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3365"/>
                <a:gridCol w="7875289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Vaziyat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To‘g‘ri harakat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Gaz hidi sezildi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Elektr kalitlarini yoqmaslik va o‘chirmaslik, olov yoqmaslik…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Elektr tarmog‘ida avariya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Qurilmalarni tarmoqdan uzish, chunki tok qayta berilganda kuchlanish…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Shubhali buyum topildi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Unga tegmaslik, ochmaslik, atrofdagilarni uzoqlashtirish, 102 yoki…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Kuchli shamol, bo‘ron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Bino ichida qolish, derazalardan uzoqlashish, tashqarida daraxt va…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OGOHLANTIRISH SIGNALLARI VA ULARGA JAVOB BERISH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Ogohlantirish signallari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Fuqaro muhofazasining asosiy signali — «Diqqat hammaga!». U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sirenalar, korxona gudoklari va boshqa tovush vositalari orqali beriladi.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Bu signalni eshitganda darhol radio, televizor yoki rasmiy internet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manbalarini yoqib, keyingi ko‘rsatmalarni tinglash kerak.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77917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62940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Texnikum binosida esa qo‘ng‘iroq, ovozli xabar yoki siren orqali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beriladigan signal evakuatsiya boshlanganini bildiradi.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OGOHLANTIRISH SIGNALLARI VA ULARGA JAVOB BERISH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Favqulodda vaziyatga tayyorgarlik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Bino evakuatsiya rejasi va yig‘ilish joyini oldindan bilish.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Favqulodda raqamlarni (101, 102, 103, 104, 112) telefonda saqlash.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Oilada «favqulodda vaziyat sumkasi»ni tayyorlab qo‘yish: hujjatlar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nusxasi, suv, fonar, dori qutichasi, zaryadlovchi.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92446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7469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O‘quv mashqlarida jiddiy ishtirok etish.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OGOHLANTIRISH SIGNALLARI VA ULARGA JAVOB BERISH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Liftdan foydalanish nima uchun taqiqlanadi?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Favqulodda vaziyat paytida elektr ta’minoti uzilib qolishi yoki lift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shaxtasi shikastlanishi mumkin. Bunda lift qavatlar orasida to‘xtab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qoladi, yong‘inda esa shaxta tutun bilan to‘lib, mo‘riga aylanadi.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6-MAVZU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Favqulodda vaziyatlar kelib chiqishiga ko‘ra qanday turlarga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bo‘linadi?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7622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7622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7947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6865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«Yerga tush, panalan, ushlab tur» tamoyilini tushuntiring.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3743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3743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4069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29869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Zilzila vaqtida bino ichida qanday joylar nisbatan xavfsiz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hisoblanadi?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44157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44157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4483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43400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FV vaqtida liftdan foydalanish taqiqlanadi?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50279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50279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50604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95223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Gaz hidi sezilganda nima uchun elektr kalitini bosish mumkin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emas?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9E2A3A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6-mavzu. Favqulodda vaziyatlarda xavfsiz harakatlanish qoidalari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