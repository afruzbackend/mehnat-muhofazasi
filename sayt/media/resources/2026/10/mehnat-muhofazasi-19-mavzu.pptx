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 xavfsizligi talablari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asosiy 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 tarmoqlaridagi himoya vositalari: avtomatik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o‘chirgichlar va himoya o‘chirish qurilmasi (uzo)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Yerga ulash (zazemleniye) va nolga ulash tizimlarining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ishlash prinsipi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Xonalarning elektr xavfi bo‘yicha toifalari va xavfsiz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kuchlanish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elektr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tarmoqlaridagi himoya vositalari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(avtomatik o‘chirgich, UZO),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yerga ulash va nolga ulash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tizimlarining ishlash prinsipi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hamda xonalarning elektr xavfi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toifalari yuzasidan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Avtomatik o‘chirgich, UZO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yerga ulashning vazifasini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 oladilar, xonalarning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elektr xavfi toifalarini va xavfsiz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kuchlanish qiymatlarini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ELEKTR TARMOQLARIDAGI HIMOYA VOSITALARI: AVTOMATIK O‘CHIRGICHLAR VA HIMOYA O‘CHIRISH…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xonasining elektr xususiyati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grafikasi xonalarida bir vaqtning o‘zida o‘nlab quvvat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bloklari, monitorlar, printerlar va proyektorlar ishlaydi. Bu tarmoqqa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katta yuklama beradi. Bundan tashqari, kompyuter quvvat bloklari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tabiatan kichik sizib chiqish toki hosil 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ELEKTR TARMOQLARIDAGI HIMOYA VOSITALARI: AVTOMATIK O‘CHIRGICHLAR VA HIMOYA O‘CHIRISH…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Avtomatik o‘chirgichlar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Avtomatik o‘chirgich (xalq tilida «avtomat») simlar va texnikani ikki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xavfdan himoya qiladi: qisqa tutashuv (tok bir zumda keskin oshganda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— elektromagnit ajratgich ishlaydi) va ortiqcha yuklanish (tok uzoq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vaqt me’yordan oshganda — issiqlik ajratgichi…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ELEKTR TARMOQLARIDAGI HIMOYA VOSITALARI: AVTOMATIK O‘CHIRGICHLAR VA HIMOYA O‘CHIRISH…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o‘chirish qurilmasi (UZO)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UZO zanjirga kirayotgan va undan qaytayotgan tokni doimiy taqqoslaydi. Normal holatda ular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218"/>
                <a:gridCol w="3748566"/>
                <a:gridCol w="439487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Nimadan himoya qiladi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ishlaydi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 o‘chirgich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Simlar va texnikani (yong‘in)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Qisqa tutashuv, ortiqcha yuklanish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UZO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Insonni tok urishidan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Tok yerga sizib chiqqanda (30 mA)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Difavtomat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Ikkalasini birga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yuqoridagi holatlarda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YERGA ULASH (ZAZEMLENIYE) VA NOLGA ULASH TIZIMLARINING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Yerga ulash (zazemleniye)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qurilma ichida faza simining izolyatsiyasi buzilib, u metall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korpusga tegsa, korpus kuchlanish ostida qoladi. Bunday korpusga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tekkan odam orqali tok yerga oqadi.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YERGA ULASH (ZAZEMLENIYE) VA NOLGA ULASH TIZIMLARINING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Nolga ulash (zanulenie)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Nolga ulashda korpus tarmoqning himoya nol simiga ulanadi.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Izolyatsiya buzilganda faza va nol o‘rtasida qisqa tutashuv yuzaga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keladi va avtomat zanjirni tez uzadi.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YERGA ULASH (ZAZEMLENIYE) VA NOLGA ULASH TIZIMLARINING ISHLASH PRINSIPI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Statik elektr va tok urishining profilaktikasi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Rozetka va uzatgichlarning yerga ulash kontakti borligini tekshirish.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xonasida antistatik pol qoplamalaridan foydalanish.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Namlikni 40–60 % darajasida ushlab turish.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Yerga ulash zanjirining qarshiligini mutaxassis tomonidan davriy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o‘lchash.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XONALARNING ELEKTR XAVFI BO‘YICHA TOIFALARI VA XAVFSIZ KUCHLANISH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Xonalarning elektr xavfi bo‘yicha toifalari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xonasi odatda xavfi yuqori bo‘lmagan toifaga kiradi, ammo namlik oshsa yoki pol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o‘tkazuvchan bo‘lsa, xavf darajasi ortadi.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60"/>
                <a:gridCol w="810609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Toifa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Xavfi yuqori bo‘lmagan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Quruq, issiq bo‘lmagan, changsiz, o‘tkazmaydigan polli xonalar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xavfli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Namlik (75 % dan ortiq), o‘tkazuvchi chang yoki pol, yuqori harorat…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O‘ta xavfli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O‘ta nam, kimyoviy faol muhit yoki yuqori xavf belgilaridan ikki va…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XONALARNING ELEKTR XAVFI BO‘YICHA TOIFALARI VA XAVFSIZ KUCHLANISH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kuchlanish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Yuqori xavfli xonalarda ko‘chma asboblar va yoritgichlar uchun 42 V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dan, o‘ta xavfli sharoitda esa 12 V dan oshmagan kuchlanish ishlatiladi.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Maishiy 220 V kuchlanish esa har qanday sharoitda xavfli hisoblanadi.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XONALARNING ELEKTR XAVFI BO‘YICHA TOIFALARI VA XAVFSIZ KUCHLANISH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 xavfsizligi bo‘yicha ogohlantiruvchi belgilar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Elektr shchitlari va xavfli joylarda sariq uchburchak ichida qora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chaqmoq tasvirlangan «Ehtiyot bo‘ling! Elektr kuchlanishi» belgisi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o‘rnatiladi. Bunday belgili shchit va qutilarni ochish faqat ruxsati bor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elektr montyorlariga ruxsat etiladi.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Avtomatik o‘chirgich qanday xavflardan himoya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UZO qanday ishlaydi va qanday holatda zanjirni uzadi?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Zazemleniye (yerga ulash)ning asosiy vazifasi nimadan iborat?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kompyuterlar faqat yerga ulash kontaktli rozetkaga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ulanishi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Xonalar elektr xavfi bo‘yicha qanday toifalarga bo‘linadi?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19-mavzu. Elektr xavfsizligi talablari va asosiy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