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Mehnat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talablari va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Mehnat muhofazasi to‘g‘risidagi qonunchilik asoslari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beruvchi va xodimning huquq va majburiyatlari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O‘quv ustaxonalari va laboratoriyalarda intizom va mehnat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muhofazasi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mehnat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muhofazasining huquqiy asoslari,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davlat siyosatining tamoyillari, 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beruvchi va xodimning huquq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majburiyatlari yuzasidan bilim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 va huquqiy madaniyatni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Mehnat muhofazasiga oid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hujjatlarni biladilar, 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beruvchi va xodimning huquq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burchlarini farqlaydilar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o‘z majburiyatlarini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anglaydilar.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MEHNAT MUHOFAZASI TO‘G‘RISIDAGI QONUNCHILIK ASOSLARI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Mehnat muhofazasi tushunchasi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Mehnat muhofazasi — mehnat jarayonida inson hayoti va salomatligini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saqlashga qaratilgan huquqiy, ijtimoiy-iqtisodiy, tashkiliy-texnik,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sanitariya-gigiyena va davolash-profilaktika tadbirlari tizimi.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MEHNAT MUHOFAZASI TO‘G‘RISIDAGI QONUNCHILIK ASOSLARI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Huquqiy asoslar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O‘zbekistonda har bir fuqaroning xavfsiz va sog‘lom sharoitda mehnat qilish huquqi Konstitutsiya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bilan kafolatlangan.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3133"/>
                <a:gridCol w="5575521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Hujjat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O‘zbekiston Respublikasi Konstitutsiyasi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Mehnat qilish va adolatli mehnat sharoitlari huquqini kafolatlaydi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O‘zbekiston Respublikasining Mehnat kodeksi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Mehnat munosabatlari, ish vaqti, dam olish va mehnatni muhofaza…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«Mehnatni muhofaza qilish to‘g‘risida»gi Qonun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Davlat siyosati, ish beruvchi va xodim majburiyatlari, baxtsiz…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Vazirlar Mahkamasi qarorlari, sanitariya qoidalari va tarmoq…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Muayyan sohalar uchun aniq talab va me’yorlar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ISH BERUVCHI VA XODIMNING HUQUQ VA MAJBURIYATLARI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Davlat siyosatining asosiy tamoyillari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xodim hayoti va salomatligining ishlab chiqarish natijalaridan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ustuvorligi;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mehnat muhofazasi qoidalarining barcha korxona va tashkilotlar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majburiyligi;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xavfli va zararli ishlarda ishlovchilarga imtiyoz va kompensatsiyalar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berilishi;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baxtsiz hodisa yoki kasb kasalligidan zarar ko‘rgan xodimlarni ijtimoiy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himoya qilish.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ISH BERUVCHI VA XODIMNING HUQUQ VA MAJBURIYATLARI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beruvchi va xodimning majburiyatlari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11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4063"/>
                <a:gridCol w="53245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 beruvchi majburiyatlari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Xodim majburiyatlari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 ish joylari va sog‘lom mehnat sharoitlarini yaratish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Mehnat muhofazasi va texnika xavfsizligi qoidalariga rioya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Xodimlarni yo‘riqnomadan o‘tkazish va xavfsiz mehnat usullariga…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Yo‘riqnoma va bilimlarni tekshirishdan o‘z vaqtida o‘tish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Zarur SHHV bilan bepul ta’minlash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Berilgan SHHVdan to‘g‘ri foydalanish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joylarini mehnat sharoitlari bo‘yicha attestatsiyadan o‘tkazish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Baxtsiz hodisa yoki xavfli vaziyat haqida zudlik bilan xabar berish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Baxtsiz hodisalarni belgilangan tartibda tekshirish va hisobga olish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Jabrlanganlarga birinchi yordam ko‘rsatishda ishtirok etish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ISH BERUVCHI VA XODIMNING HUQUQ VA MAJBURIYATLARI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Xodimning huquqlari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Xodim mehnat muhofazasi talablariga javob beradigan ish joyiga,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mehnat sharoitlari va xavflar haqida to‘liq ma’lumot olishga, hayoti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sog‘lig‘iga bevosita xavf tug‘ilganda ishni to‘xtatib, bu haqda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rahbarga xabar berishga haqli.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O‘QUV USTAXONALARI VA LABORATORIYALARDA INTIZOM VA MEHNAT MUHOFAZASI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Ta’lim muassasasida mehnat muhofazasi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O‘quvchilar uchun yuqoridagi majburiyatlar o‘quv jarayoniga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moslashtiriladi: «ish beruvchi» o‘rnida texnikum ma’muriyati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o‘qituvchi, «xodim» o‘rnida o‘quvchi turadi. O‘quv ustaxonalari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laboratoriyalarida intizom mehnat muhofazasining asosi hisoblanadi.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O‘QUV USTAXONALARI VA LABORATORIYALARDA INTIZOM VA MEHNAT MUHOFAZASI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O‘quvchining majburiyatlari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Belgilangan mehnat muhofazasi va texnika xavfsizligi qoidalariga rioya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Xavfsizlik vositalaridan to‘g‘ri foydalanish.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O‘qituvchi ruxsatisiz jihozlarni yoqmaslik va ularning joyini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o‘zgartirmaslik.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qanday baxtsiz hodisa yoki xavfli holat haqida zudlik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o‘qituvchi yoki guruh rahbariga xabar berish.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 jihozlari va mulkini ehtiyot qilish.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O‘QUV USTAXONALARI VA LABORATORIYALARDA INTIZOM VA MEHNAT MUHOFAZASI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Javobgarlik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Mehnat muhofazasi qoidalarini buzganlik uchun aybdorlar intizomiy,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ma’muriy, moddiy va og‘ir oqibatlarga olib kelgan hollarda jinoiy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javobgarlikka tortilishi mumkin. O‘quvchilar uchun esa ichki tartib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qoidalariga muvofiq intizomiy choralar qo‘llanadi.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Mehnat muhofazasi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Mehnat jarayonida inson hayoti va salomatligini saqlashga qaratilgan huquqiy, ijtimoiy-iqtisodiy,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tashkiliy-texnik, sanitariya-gigiyena va…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Mehnat muhofazasi nima va u qaysi hujjatlar bilan tartibga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Davlat siyosatining asosiy tamoyillarini ayting.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beruvchining mehnat muhofazasi bo‘yicha majburiyatlari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Xodim qanday hollarda ishni to‘xtatishga haqli?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Talabaning mehnat xavfsizligi bo‘yicha asosiy majburiyatlari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14-mavzu. Mehnat xavfsizligi talablari va asosiy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