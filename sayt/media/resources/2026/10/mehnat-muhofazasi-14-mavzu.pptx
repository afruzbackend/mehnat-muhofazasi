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14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3F7D4E"/>
                </a:solidFill>
                <a:latin typeface="Georgia"/>
              </a:rPr>
              <a:t>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3F7D4E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Mehnat xavfsizligi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talablari va asosiy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qoidalari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Mehnat muhofazasi to‘g‘risidagi qonunchilik asoslari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Ish beruvchi va xodimning huquq va majburiyatlari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82269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O‘quv ustaxonalari va laboratoriyalarda intizom va mehnat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muhofazasi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3F7D4E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sz="2400" b="0">
                <a:solidFill>
                  <a:srgbClr val="3A4560"/>
                </a:solidFill>
                <a:latin typeface="Segoe UI"/>
              </a:rPr>
              <a:t>O‘quvchilarga mehnat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muhofazasining huquqiy asoslari,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davlat siyosatining tamoyillari, ish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beruvchi va xodimning huquq va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majburiyatlari yuzasidan bilim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berish va huquqiy madaniyatni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shakllantirish.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Mehnat muhofazasiga oid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asosiy hujjatlarni biladilar, 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beruvchi va xodimning huquq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 burchlarini farqlaydilar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hamda o‘z majburiyatlarini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anglaydilar.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1-REJA · MEHNAT MUHOFAZASI TO‘G‘RISIDAGI QONUNCHILIK ASOSLARI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Mehnat muhofazasi tushunchasi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Mehnat muhofazasi — mehnat jarayonida inson hayoti va salomatligini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saqlashga qaratilgan huquqiy, ijtimoiy-iqtisodiy, tashkiliy-texnik,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sanitariya-gigiyena va davolash-profilaktika tadbirlari tizimi.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1-REJA · MEHNAT MUHOFAZASI TO‘G‘RISIDAGI QONUNCHILIK ASOSLARI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Huquqiy asoslar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O‘zbekistonda har bir fuqaroning xavfsiz va sog‘lom sharoitda mehnat qilish huquqi Konstitutsiya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bilan kafolatlangan.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3486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3133"/>
                <a:gridCol w="5575521"/>
              </a:tblGrid>
              <a:tr h="468629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EBDD"/>
                          </a:solidFill>
                          <a:latin typeface="Segoe UI"/>
                        </a:rPr>
                        <a:t>Hujjat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EBDD"/>
                          </a:solidFill>
                          <a:latin typeface="Segoe UI"/>
                        </a:rPr>
                        <a:t>Mazmuni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O‘zbekiston Respublikasi Konstitutsiyasi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Mehnat qilish va adolatli mehnat sharoitlari huquqini kafolatlaydi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O‘zbekiston Respublikasining Mehnat kodeksi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Mehnat munosabatlari, ish vaqti, dam olish va mehnatni muhofaza…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«Mehnatni muhofaza qilish to‘g‘risida»gi Qonun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Davlat siyosati, ish beruvchi va xodim majburiyatlari, baxtsiz…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Vazirlar Mahkamasi qarorlari, sanitariya qoidalari va tarmoq…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Muayyan sohalar uchun aniq talab va me’yorlar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2-REJA · ISH BERUVCHI VA XODIMNING HUQUQ VA MAJBURIYATLARI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Davlat siyosatining asosiy tamoyillari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xodim hayoti va salomatligining ishlab chiqarish natijalaridan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ustuvorligi;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mehnat muhofazasi qoidalarining barcha korxona va tashkilotlar uchun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majburiyligi;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778163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62839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xavfli va zararli ishlarda ishlovchilarga imtiyoz va kompensatsiyalar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berilishi;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769779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62000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baxtsiz hodisa yoki kasb kasalligidan zarar ko‘rgan xodimlarni ijtimoiy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himoya qilish.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2-REJA · ISH BERUVCHI VA XODIMNING HUQUQ VA MAJBURIYATLARI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 beruvchi va xodimning majburiyatlari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41135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4063"/>
                <a:gridCol w="5324591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Ish beruvchi majburiyatlari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Xodim majburiyatlari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Xavfsiz ish joylari va sog‘lom mehnat sharoitlarini yaratish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Mehnat muhofazasi va texnika xavfsizligi qoidalariga rioya qilish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Xodimlarni yo‘riqnomadan o‘tkazish va xavfsiz mehnat usullariga…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Yo‘riqnoma va bilimlarni tekshirishdan o‘z vaqtida o‘tish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Zarur SHHV bilan bepul ta’minlash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Berilgan SHHVdan to‘g‘ri foydalanish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Ish joylarini mehnat sharoitlari bo‘yicha attestatsiyadan o‘tkazish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Baxtsiz hodisa yoki xavfli vaziyat haqida zudlik bilan xabar berish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Baxtsiz hodisalarni belgilangan tartibda tekshirish va hisobga olish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Jabrlanganlarga birinchi yordam ko‘rsatishda ishtirok etish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2-REJA · ISH BERUVCHI VA XODIMNING HUQUQ VA MAJBURIYATLARI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Xodimning huquqlari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Xodim mehnat muhofazasi talablariga javob beradigan ish joyiga,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mehnat sharoitlari va xavflar haqida to‘liq ma’lumot olishga, hayoti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yoki sog‘lig‘iga bevosita xavf tug‘ilganda ishni to‘xtatib, bu haqda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rahbarga xabar berishga haqli.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3-REJA · O‘QUV USTAXONALARI VA LABORATORIYALARDA INTIZOM VA MEHNAT MUHOFAZASI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Ta’lim muassasasida mehnat muhofazasi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O‘quvchilar uchun yuqoridagi majburiyatlar o‘quv jarayoniga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moslashtiriladi: «ish beruvchi» o‘rnida texnikum ma’muriyati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o‘qituvchi, «xodim» o‘rnida o‘quvchi turadi. O‘quv ustaxonalari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laboratoriyalarida intizom mehnat muhofazasining asosi hisoblanadi.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3-REJA · O‘QUV USTAXONALARI VA LABORATORIYALARDA INTIZOM VA MEHNAT MUHOFAZASI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O‘quvchining majburiyatlari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Belgilangan mehnat muhofazasi va texnika xavfsizligi qoidalariga rioya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qilish.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Xavfsizlik vositalaridan to‘g‘ri foydalanish.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55507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573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O‘qituvchi ruxsatisiz jihozlarni yoqmaslik va ularning joyini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o‘zgartirmaslik.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347123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19735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Har qanday baxtsiz hodisa yoki xavfli holat haqida zudlik bilan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o‘qituvchi yoki guruh rahbariga xabar berish.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338739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18896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O‘quv jihozlari va mulkini ehtiyot qilish.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3-REJA · O‘QUV USTAXONALARI VA LABORATORIYALARDA INTIZOM VA MEHNAT MUHOFAZASI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Javobgarlik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Mehnat muhofazasi qoidalarini buzganlik uchun aybdorlar intizomiy,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ma’muriy, moddiy va og‘ir oqibatlarga olib kelgan hollarda jinoiy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javobgarlikka tortilishi mumkin. O‘quvchilar uchun esa ichki tartib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qoidalariga muvofiq intizomiy choralar qo‘llanadi.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4389882"/>
          </a:xfrm>
          <a:prstGeom prst="roundRect">
            <a:avLst>
              <a:gd name="adj" fmla="val 1666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4389882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Mehnat muhofazasi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Mehnat jarayonida inson hayoti va salomatligini saqlashga qaratilgan huquqiy, ijtimoiy-iqtisodiy,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tashkiliy-texnik, sanitariya-gigiyena va…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Mehnat muhofazasi nima va u qaysi hujjatlar bilan tartibga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solinadi?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76222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76222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7947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6865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Davlat siyosatining asosiy tamoyillarini ayting.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33743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33743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34069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329869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Ish beruvchining mehnat muhofazasi bo‘yicha majburiyatlari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qanday?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44157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44157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4483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43400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Xodim qanday hollarda ishni to‘xtatishga haqli?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502790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502790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50604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95223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Talabaning mehnat xavfsizligi bo‘yicha asosiy majburiyatlari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qanday?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3F7D4E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14-mavzu. Mehnat xavfsizligi talablari va asosiy qoidalari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