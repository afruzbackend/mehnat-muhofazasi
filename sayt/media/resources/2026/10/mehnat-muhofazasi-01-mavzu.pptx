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Sanitariya va shaxsiy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gigiyena qoidalariga rioya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xonasiga qo‘yiladigan sanitariya-gigiyena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talablari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joyining mikroiqlimi: harorat, namlik, havo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almashinuvi va yoritilganlik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Shaxsiy gigiyena, ko‘z gigiyenasi hamda ish va dam olish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rejimi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xonasining sanitariya-gigiyena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talablari, ish joyi mikroiqlimi,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shaxsiy gigiyena va ko‘z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gigiyenasi qoidalari yuzasidan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Kompyuter xonasida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sanitariya-gigiyena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me’yorlariga rioya qiladilar, 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joyini gigiyenik talablarga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muvofiq tashkil eta oladilar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shaxsiy gigiyena qoidalarini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amalda qo‘llaydilar.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KOMPYUTER XONASIGA QO‘YILADIGAN SANITARIYA-GIGIYENA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Sanitariya va gigiyena tushunchalari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Gigiyena — tashqi muhit va mehnat sharoitlarining inson salomatligiga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ta’sirini o‘rganuvchi, sog‘liqni saqlash va kasalliklarning oldini olish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qoidalarini ishlab chiquvchi fan.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grafikasi va dizayn yo‘nalishi o‘quvchilari kunining katta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qismini monitor qarshisida, bir joyda o‘tirib o‘tkazadi.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KOMPYUTER XONASIGA QO‘YILADIGAN SANITARIYA-GIGIYENA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xonasiga qo‘yiladigan talablar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Maydon: </a:t>
            </a:r>
            <a:r>
              <a:rPr sz="2400" b="0">
                <a:solidFill>
                  <a:srgbClr val="1B2A4A"/>
                </a:solidFill>
                <a:latin typeface="Segoe UI"/>
              </a:rPr>
              <a:t>har bir kompyuterli ish joyiga kamida 6 m² maydon to‘g‘ri kelishi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tavsiya etiladi.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Joylashuv: </a:t>
            </a:r>
            <a:r>
              <a:rPr sz="2400" b="0">
                <a:solidFill>
                  <a:srgbClr val="1B2A4A"/>
                </a:solidFill>
                <a:latin typeface="Segoe UI"/>
              </a:rPr>
              <a:t>kompyuterlar orasidagi masofa yon tomondan kamida 1,2 m, bir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monitorning orqa tomonidan ikkinchisining ekranigacha kamida 2 m bo‘lishi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kerak.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0225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8848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Pardoz: </a:t>
            </a:r>
            <a:r>
              <a:rPr sz="2400" b="0">
                <a:solidFill>
                  <a:srgbClr val="1B2A4A"/>
                </a:solidFill>
                <a:latin typeface="Segoe UI"/>
              </a:rPr>
              <a:t>devor va shiftlar yaltiramaydigan (matli), och rangdagi materiallar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bilan qoplanadi; pol tekis, sirpanmaydigan va antistatik bo‘lishi kerak.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94910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81507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Jihozlar: </a:t>
            </a:r>
            <a:r>
              <a:rPr sz="2400" b="0">
                <a:solidFill>
                  <a:srgbClr val="1B2A4A"/>
                </a:solidFill>
                <a:latin typeface="Segoe UI"/>
              </a:rPr>
              <a:t>stul balandligi va suyanchig‘i sozlanadigan, stol yuzasi monitor,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klaviatura va grafik planshetni erkin joylashtirishga yetarli bo‘lishi lozim.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KOMPYUTER XONASIGA QO‘YILADIGAN SANITARIYA-GIGIYENA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Xonani tozalash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1-rasm.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Har kunlik tozalash: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bir o‘quv kuni yakunida xona nam usulda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tozalanadi va shamollatiladi. Chang elektronika ichida qizishni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kuchaytiradi va allergiya qo‘zg‘atadi.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5614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0636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Davriy tozalash: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oyiga kamida bir marta dezinfeksiyalovchi vositalar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yordamida umumiy tozalash (sanitariya kuni) o‘tkaziladi.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4775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9798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Jihozlarni tozalash: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monitor, klaviatura va sichqoncha faqat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o‘chirilgan holatda, maxsus salfetkalar bilan artiladi.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ISH JOYINING MIKROIQLIMI: HARORAT, NAMLIK, HAVO ALMASHINUVI VA YORITILGANLIK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Mikroiqlim va uning ko‘rsatkichlari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Mikroiqlim — xona ichidagi havo harorati, nisbiy namligi, havo harakati tezligi va issiqlik nurlanishi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majmui.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826"/>
                <a:gridCol w="421482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Ko‘rsatkich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Me’yoriy talab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Havo harorati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19–22 °C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Nisbiy namlik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40–60 %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Havo harakati tezligi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0,1 m/s dan oshmasligi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 stoli yuzasidagi yoritilganlik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300–500 lk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Shovqin darajasi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 dBA dan oshmasligi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ISH JOYINING MIKROIQLIMI: HARORAT, NAMLIK, HAVO ALMASHINUVI VA YORITILGANLIK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Yoritilganlik talablari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Tabiiy yorug‘lik: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monitorga yon tomondan (asosan chap tomondan)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tushishi kerak. Derazalar jalyuzi yoki parda bilan jihozlanadi.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Sun’iy yoritish: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sifatida bir tekis yorug‘lik beruvchi LED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lyuminessent yoritgichlar qo‘llanadi.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Blik (yaltirash): </a:t>
            </a:r>
            <a:r>
              <a:rPr sz="2600" b="0">
                <a:solidFill>
                  <a:srgbClr val="1B2A4A"/>
                </a:solidFill>
                <a:latin typeface="Segoe UI"/>
              </a:rPr>
              <a:t>monitor ekranida deraza yoki chiroqdan aks paydo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bo‘lmasligi lozim, chunki u ko‘zni qo‘shimcha zo‘riqtiradi.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Rang bilan ishlash: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grafik dizaynerlar uchun yorug‘lik rangi neytral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(taxminan 5000–6500 K) bo‘lgani ma’qul, aks holda ekrandagi ranglar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noto‘g‘ri qabul qilinadi.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ISH JOYINING MIKROIQLIMI: HARORAT, NAMLIK, HAVO ALMASHINUVI VA YORITILGANLIK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Ko‘z gigiyenasi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Monitor bilan ko‘z o‘rtasidagi masofa 50–70 sm bo‘lishi, ekranning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yuqori cheti ko‘z darajasida yoki undan biroz pastda joylashishi kerak.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Ekran yorqinligi xona yorug‘ligiga moslab sozlanadi: qorong‘i xonada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yorqin ekranga qarash ko‘zni tez charchatadi.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Ko‘zni asrashning oddiy va samarali usuli — «20-20-20» qoidasi: har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20 daqiqada 20 soniya davomida kamida 6 metr uzoqlikdagi narsaga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qarash.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SHAXSIY GIGIYENA, KO‘Z GIGIYENASI HAMDA ISH VA DAM OLISH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Shaxsiy gigiyenaning asosiy elementlari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Qo‘l gigiyenasi: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ish boshlashdan oldin, tanaffusdan keyin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ovqatlanishdan avval qo‘llarni sovun bilan yuvish.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Kiyim-kechak: </a:t>
            </a:r>
            <a:r>
              <a:rPr sz="2600" b="0">
                <a:solidFill>
                  <a:srgbClr val="1B2A4A"/>
                </a:solidFill>
                <a:latin typeface="Segoe UI"/>
              </a:rPr>
              <a:t>toza, harakatni cheklamaydigan, mavsumga mos kiyim;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uzun sochlarni yig‘ib yurish.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Ish joyi gigiyenasi: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ish joyida ovqatlanmaslik va ichimlik ichmaslik;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klaviatura, sichqoncha va grafik planshetni muntazam artib turish.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Kunlik rejim: </a:t>
            </a:r>
            <a:r>
              <a:rPr sz="2600" b="0">
                <a:solidFill>
                  <a:srgbClr val="1B2A4A"/>
                </a:solidFill>
                <a:latin typeface="Segoe UI"/>
              </a:rPr>
              <a:t>yetarli uyqu (7–8 soat), muntazam ovqatlanish, jismoniy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faollik va toza havoda yurish.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SHAXSIY GIGIYENA, KO‘Z GIGIYENASI HAMDA ISH VA DAM OLISH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va dam olish rejimi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40–45 daqiqalik uzluksiz ishdan keyin 10 daqiqalik tanaffus qilish tavsiya etiladi. Tanaffusda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o‘rindan turib yurish, deraza orqali uzoqqa qarash va kompensator mashqlarni bajarish kerak.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Tanaffusni telefon ekraniga qarab o‘tkazish ko‘zga dam bermaydi.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389"/>
                <a:gridCol w="820426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Mashq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Bajarilishi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Bo‘yin uchun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Boshni sekin o‘ngga, chapga burish va oldinga egish (5–6 marta)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Yelka uchun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Yelkalarni ko‘tarib-tushirish va aylantirish (8–10 marta)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 panjalari uchun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Barmoqlarni musht qilib-ochish, bilakni aylantirish (10 marta)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Ko‘z uchun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«20-20-20» qoidasi, yaqin-uzoqqa qarash (5–6 marta)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Bel uchun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 turib, qo‘llarni tepaga cho‘zish va yonga egilish (5–6 marta)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SHAXSIY GIGIYENA, KO‘Z GIGIYENASI HAMDA ISH VA DAM OLISH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Sanitariya qoidalari buzilishining oqibatlari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Sanitariya-gigiyena qoidalariga rioya qilmaslik vaqt o‘tishi bilan kasb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kasalliklariga olib keladi: kompyuter ko‘rish sindromi (ko‘z quruqligi,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xira ko‘rish), osteoxondroz va skolioz, karpal tunnel sindromi, surunkali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charchoq.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Blik (yaltirash)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Monitor ekranida deraza yoki chiroqdan aks paydo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bo‘lmasligi lozim, chunki u ko‘zni qo‘shimcha zo‘riqtiradi.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Davriy tozalash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64080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Oyiga kamida bir marta dezinfeksiyalovchi vositalar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yordamida umumiy tozalash (sanitariya kuni) o‘tkaziladi.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Gigiyena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Tashqi muhit va mehnat sharoitlarining inson salomatligiga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ta’sirini o‘rganuvchi, sog‘liqni saqlash va kasalliklarning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oldini olish qoidalarini…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Ish joyi gigiyenasi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Ish joyida ovqatlanmaslik va ichimlik ichmaslik; klaviatura,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sichqoncha va grafik planshetni muntazam artib turish.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Jihozlar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Stul balandligi va suyanchig‘i sozlanadigan, stol yuzasi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monitor, klaviatura va grafik planshetni erkin joylashtirishga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yetarli bo‘lishi lozim.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Jihozlarni tozalash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57673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Monitor, klaviatura va sichqoncha faqat o‘chirilgan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holatda, maxsus salfetkalar bilan artiladi.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xonasida maqbul havo harorati va nisbiy namlik qancha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bo‘lishi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Monitordan ko‘zgacha bo‘lgan masofa qancha bo‘lishi lozim?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«20-20-20» qoidasining mazmunini tushuntiring.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xona havosining haddan tashqari quruq bo‘lishi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zararli?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joyida qanday shaxsiy gigiyena qoidalariga amal qilinadi?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1-mavzu. Sanitariya va shaxsiy gigiyena qoidalariga rioya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