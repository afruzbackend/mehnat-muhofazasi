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15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F68B8"/>
                </a:solidFill>
                <a:latin typeface="Georgia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Raqamli qurilmalar bilan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ishlashda axborot va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kiberxavfsizlik qoidalari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Kiberxavfsizlik va axborot daxlsizligi tushunchasi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Parol siyosati va ikki bosqichli tasdiqlash (2FA)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Zararli dasturlar, fishing va ulardan himoyalanish; zaxira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nusxalash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046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O‘quvchilarga axborot xavfsizligi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va kiberxavfsizlik tushunchalari,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parol siyosati va ikki bosqichli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tasdiqlash, zararli dasturlar va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fishingdan himoyalanish hamda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zaxira nusxalash yuzasidan bilim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va 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Kuchli parol yaratadilar, 2FA 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yoqadilar, fishing xabarlarini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taniydilar va dizayn fayllarini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«3-2-1» qoidasi asosida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zaxiralaydilar.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KIBERXAVFSIZLIK VA AXBOROT DAXLSIZLIGI TUSHUNCHASI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Dizayner uchun kiberxavfsizlikning ahamiyati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Grafik dizayner ishining natijasi — raqamli fayllar: logotiplar,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brendbuklar, maketlar, mijozlarning maxfiy materiallari. Bu fayllar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intellektual mulk hisoblanadi.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KIBERXAVFSIZLIK VA AXBOROT DAXLSIZLIGI TUSHUNCHASI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Axborot xavfsizligining uch talabi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18-rasm.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4" cy="28428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20"/>
                <a:gridCol w="3486812"/>
                <a:gridCol w="5274922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Talab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Misol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Maxfiylik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Ma’lumotni faqat ruxsati borlar ko‘radi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Mijoz logotipi e’lon qilinguncha boshqalarga ko‘rsatilmaydi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Yaxlitlik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Ma’lumot ruxsatsiz o‘zgartirilmaydi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Maket faylini begona odam tahrir qila olmaydi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Foydalanish imkoniyati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Ma’lumot kerak paytda mavjud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Zaxira nusxa tufayli fayl yo‘qolmaydi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PAROL SIYOSATI VA IKKI BOSQICHLI TASDIQLASH (2FA)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Parol siyosati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7918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Parol kamida 12 belgidan iborat bo‘lib, katta va kichik harflar, raqamlar va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maxsus belgilarni o‘z ichiga olishi kerak.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05775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71750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Eslab qolish uchun parol-ibora (passphrase) qulay: bir nechta tasodifiy so‘z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va belgilar birikmasi.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63236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498342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Ism, tug‘ilgan sana, telefon raqami, «123456», «qwerty» kabi oson taxmin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qilinadigan parollardan foydalanmaslik.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55895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42493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Har bir xizmat uchun alohida parol ishlatish — bitta parol buzilsa, qolgan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hisoblar xavfsiz qoladi.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48555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3515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Parolni hech kimga aytmaslik, qog‘ozga yozib monitorga yopishtirmaslik.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PAROL SIYOSATI VA IKKI BOSQICHLI TASDIQLASH (2FA)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Ikki bosqichli tasdiqlash (2FA)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2FA — hisobga kirishda paroldan tashqari ikkinchi tasdiqlash (SMS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kod, autentifikator ilovasi kodi yoki fizik kalit) talab qilinishi. Parol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o‘g‘irlangan taqdirda ham firibgar ikkinchi kodsiz hisobga kira olmaydi.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PAROL SIYOSATI VA IKKI BOSQICHLI TASDIQLASH (2FA)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 joyida axborot xavfsizligi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Kompyuterdan ketayotganda ekranni bloklash (Windows: Win + L).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6389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14118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Ommaviy Wi-Fi tarmoqlarida muhim hisoblarga kirmaslik.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293285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78307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Umumiy kompyuterlarda brauzerda parolni saqlamaslik va ishdan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keyin hisobdan chiqish.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ZARARLI DASTURLAR, FISHING VA ULARDAN HIMOYALANISH; ZAXIRA NUSXALASH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Zararli dasturlar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Zararli dasturlarga viruslar, troyanlar, josus dasturlar va shifrlovchi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dasturlar (ransomware) kiradi. Ayniqsa xavfli bo‘lgan ransomware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fayllarni shifrlab, ularni qaytarish uchun pul talab qiladi.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ZARARLI DASTURLAR, FISHING VA ULARDAN HIMOYALANISH; ZAXIRA NUSXALASH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Fishing va uning belgilari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8986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871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>
                <a:solidFill>
                  <a:srgbClr val="3A4560"/>
                </a:solidFill>
                <a:latin typeface="Segoe UI"/>
              </a:rPr>
              <a:t>Fishing — soxta xabar yoki sayt orqali parol, karta ma’lumotlari kabi maxfiy</a:t>
            </a:r>
            <a:br/>
            <a:r>
              <a:rPr sz="2500" b="0">
                <a:solidFill>
                  <a:srgbClr val="3A4560"/>
                </a:solidFill>
                <a:latin typeface="Segoe UI"/>
              </a:rPr>
              <a:t>ma’lumotlarni aldab olish.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0585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7182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shoshiltiruvchi yoki qo‘rqituvchi matn («Hisobingiz 24 soatda bloklanadi!»);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4229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827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jo‘natuvchi manzili yoki sayt nomida kichik farqlar (masalan, harf o‘rniga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raqam);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26889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34866"/>
            <a:ext cx="10729862" cy="4358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kutilmagan ilova fayl yoki havola, «yutuq» haqida xabar;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8053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671314"/>
            <a:ext cx="10729862" cy="826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72"/>
              </a:lnSpc>
            </a:pPr>
            <a:r>
              <a:rPr sz="2400" b="0">
                <a:solidFill>
                  <a:srgbClr val="1B2A4A"/>
                </a:solidFill>
                <a:latin typeface="Segoe UI"/>
              </a:rPr>
              <a:t>parol, SMS kod yoki karta ma’lumotlarini so‘rash — haqiqiy xizmatlar buni</a:t>
            </a:r>
            <a:br/>
            <a:r>
              <a:rPr sz="2400" b="0">
                <a:solidFill>
                  <a:srgbClr val="1B2A4A"/>
                </a:solidFill>
                <a:latin typeface="Segoe UI"/>
              </a:rPr>
              <a:t>hech qachon so‘ramaydi.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ZARARLI DASTURLAR, FISHING VA ULARDAN HIMOYALANISH; ZAXIRA NUSXALASH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Himoyalanish qoidalari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Noma’lum manbadan kelgan xat, ilova va havolalarni ochmaslik;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shubha bo‘lsa, jo‘natuvchi bilan boshqa kanal orqali bog‘lanish.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Dasturlarni faqat rasmiy saytlar va do‘konlardan yuklab olish.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Operatsion tizim va dasturlarni muntazam yangilash; litsenziyalangan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antivirus ishlatish.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ZARARLI DASTURLAR, FISHING VA ULARDAN HIMOYALANISH; ZAXIRA NUSXALASH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Zaxira nusxalash: «3-2-1» qoidasi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Muhim loyihalarni har kuni zaxiralash odat bo‘lishi lozim.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5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902"/>
                <a:gridCol w="9484753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Raqam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Faylning kamida 3 ta nusxasi bo‘lishi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Nusxalar 2 xil turdagi saqlovchida (kompyuter va tashqi disk)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 ta nusxa boshqa joyda — bulutli xotirada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Fishing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Soxta xabar yoki sayt orqali parol, karta ma’lumotlari kabi maxfiy ma’lumotlarni aldab olish.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Axborot xavfsizligining uchta asosiy talabi qaysilar?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Kuchli parol qanday belgilar birikmasidan tashkil topishi kerak?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Ikki bosqichli tasdiqlash (2FA) nima uchun kerak?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Fishing nima va uni qanday belgilardan tanib olish mumkin?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«3-2-1» zaxiralash qoidasini tushuntiring.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15 / 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F68B8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18-mavzu. Raqamli qurilmalar bilan ishlashda axborot va kiberxavfsizlik qoidalari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