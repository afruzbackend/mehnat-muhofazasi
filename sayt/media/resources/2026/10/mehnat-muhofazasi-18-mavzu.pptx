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F68B8"/>
                </a:solidFill>
                <a:latin typeface="Georgia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Raqamli qurilmalar bilan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ishlashda axborot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kiberxavfsizlik qoidalari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Kiberxavfsizlik va axborot daxlsizligi tushunchasi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Parol siyosati va ikki bosqichli tasdiqlash (2fa)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Zararli dasturlar, fishing va ulardan himoyalanish; zaxira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nusxalash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O‘quvchilarga axborot xavfsizligi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va kiberxavfsizlik tushunchalari,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parol siyosati va ikki bosqichli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tasdiqlash, zararli dasturlar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fishingdan himoyalanish hamda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zaxira nusxalash yuzasidan bilim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va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Kuchli parol yaratadilar, 2FA 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yoqadilar, fishing xabarlarini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taniydilar va dizayn fayllarini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«3-2-1» qoidasi asosida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zaxiralaydilar.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KIBERXAVFSIZLIK VA AXBOROT DAXLSIZLIGI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Dizayner uchun kiberxavfsizlikning ahamiyati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Grafik dizayner ishining natijasi — raqamli fayllar: logotiplar,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brendbuklar, maketlar, mijozlarning maxfiy materiallari. Bu fayllar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intellektual mulk hisoblanadi.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KIBERXAVFSIZLIK VA AXBOROT DAXLSIZLIGI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Axborot xavfsizligining uch talabi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18-rasm.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842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920"/>
                <a:gridCol w="3486812"/>
                <a:gridCol w="527492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Talab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Maxfiylik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Ma’lumotni faqat ruxsati borlar ko‘radi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Mijoz logotipi e’lon qilinguncha boshqalarga ko‘rsatilmaydi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Yaxlitlik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 ruxsatsiz o‘zgartirilmaydi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Maket faylini begona odam tahrir qila olmaydi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Foydalanish imkoniyati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 kerak paytda mavjud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 nusxa tufayli fayl yo‘qolmaydi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PAROL SIYOSATI VA IKKI BOSQICHLI TASDIQLASH (2FA)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Parol siyosati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Parol kamida 12 belgidan iborat bo‘lib, katta va kichik harflar, raqamlar va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maxsus belgilarni o‘z ichiga olishi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Eslab qolish uchun parol-ibora (passphrase) qulay: bir nechta tasodifiy so‘z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va belgilar birikmasi.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3236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9834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Ism, tug‘ilgan sana, telefon raqami, «123456», «qwerty» kabi oson taxmin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qilinadigan parollardan foydalanmaslik.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55895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42493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Har bir xizmat uchun alohida parol ishlatish — bitta parol buzilsa, qolgan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hisoblar xavfsiz qoladi.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8555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3515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Parolni hech kimga aytmaslik, qog‘ozga yozib monitorga yopishtirmaslik.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PAROL SIYOSATI VA IKKI BOSQICHLI TASDIQLASH (2FA)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Ikki bosqichli tasdiqlash (2FA)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2FA — hisobga kirishda paroldan tashqari ikkinchi tasdiqlash (SMS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kod, autentifikator ilovasi kodi yoki fizik kalit) talab qilinishi. Parol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o‘g‘irlangan taqdirda ham firibgar ikkinchi kodsiz hisobga kira olmaydi.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PAROL SIYOSATI VA IKKI BOSQICHLI TASDIQLASH (2FA)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joyida axborot xavfsizligi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Kompyuterdan ketayotganda ekranni bloklash (Windows: Win + L).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Ommaviy Wi-Fi tarmoqlarida muhim hisoblarga kirmaslik.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Umumiy kompyuterlarda brauzerda parolni saqlamaslik va ishdan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keyin hisobdan chiqish.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ZARARLI DASTURLAR, FISHING VA ULARDAN HIMOYALANISH; ZAXIRA NUSXALASH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Zararli dasturlar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Zararli dasturlarga viruslar, troyanlar, josus dasturlar va shifrlovchi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dasturlar (ransomware) kiradi. Ayniqsa xavfli bo‘lgan ransomware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fayllarni shifrlab, ularni qaytarish uchun pul talab qiladi.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ZARARLI DASTURLAR, FISHING VA ULARDAN HIMOYALANISH; ZAXIRA NUSXALASH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Fishing va uning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Fishing — soxta xabar yoki sayt orqali parol, karta ma’lumotlari kabi maxfiy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ma’lumotlarni aldab olish.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shoshiltiruvchi yoki qo‘rqituvchi matn («Hisobingiz 24 soatda bloklanadi!»);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4229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827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jo‘natuvchi manzili yoki sayt nomida kichik farqlar (masalan, harf o‘rniga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raqam);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6889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486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kutilmagan ilova fayl yoki havola, «yutuq» haqida xabar;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0533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7131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parol, SMS kod yoki karta ma’lumotlarini so‘rash — haqiqiy xizmatlar buni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hech qachon so‘ramaydi.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ZARARLI DASTURLAR, FISHING VA ULARDAN HIMOYALANISH; ZAXIRA NUSXALASH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Himoyalanish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Noma’lum manbadan kelgan xat, ilova va havolalarni ochmaslik;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shubha bo‘lsa, jo‘natuvchi bilan boshqa kanal orqali bog‘lanish.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Dasturlarni faqat rasmiy saytlar va do‘konlardan yuklab olish.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Operatsion tizim va dasturlarni muntazam yangilash; litsenziyalangan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antivirus ishlatish.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ZARARLI DASTURLAR, FISHING VA ULARDAN HIMOYALANISH; ZAXIRA NUSXALASH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Zaxira nusxalash: «3-2-1» qoidasi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Muhim loyihalarni har kuni zaxiralash odat bo‘lishi lozim.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902"/>
                <a:gridCol w="948475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Raqam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Faylning kamida 3 ta nusxasi bo‘lishi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Nusxalar 2 xil turdagi saqlovchida (kompyuter va tashqi disk)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ta nusxa boshqa joyda — bulutli xotirada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Fishing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Soxta xabar yoki sayt orqali parol, karta ma’lumotlari kabi maxfiy ma’lumotlarni aldab olish.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Grafik dizayner ishining natijasi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Raqamli fayllar: logotiplar, brendbuklar, maketlar, mijozlarning maxfiy materiallari.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Axborot xavfsizligining uchta asosiy talabi qaysilar?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Kuchli parol qanday belgilar birikmasidan tashkil topishi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Ikki bosqichli tasdiqlash (2FA) nima uchun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Fishing nima va uni qanday belgilardan tanib olish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«3-2-1» zaxiralash qoidasini tushuntiring.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F68B8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18-mavzu. Raqamli qurilmalar bilan ishlashda axborot va kiberxavfsizlik qoidalari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