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MEHNAT MUHOFAZASI VA TEXNIKA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232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Hushdan ketish, nafas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olish buzilishi va boshqa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favqulodda holatlarda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birinchi yordam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4036694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435673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747386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05866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Hushdan ketgan shaxsga yordam va xavfsiz yonbosh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holatga keltirish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Yurak-o‘pka reanimatsiyasi (yo‘r): ko‘krak qafasini bosish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sun’iy nafas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manikenda yurak-o‘pka reanimatsiyasini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bajarish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hushdan ketish,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nafas olish va yurak faoliyati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to‘xtashi holatlarida birinchi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yordam ko‘rsatish, yurak-o‘pka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reanimatsiyasini bajarish va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jabrlanuvchini xavfsiz yonbosh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holatga keltirish bo‘yicha amaliy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ko‘nikmalar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Manikenda yurak-o‘pka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reanimatsiyasini 30:2 nisbatda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bajaradilar,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jabrlanuvchini xavfsiz yonbosh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holatga keltira oladilar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hushdan ketgan odamga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yordam ko‘rsatadilar.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HUSHDAN KETGAN SHAXSGA YORDAM VA XAVFSIZ YONBOSH HOLATGA KELTIRISH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Hushdan ketish va uning sabablari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Hushdan ketish — miyaga vaqtincha qon yetishmasligi tufayli qisqa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muddatga (odatda 1–2 daqiqa) hushni yo‘qotish. Sabablari: dimiq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xona, uzoq tik turish, ochlik, charchoq, qo‘rquv, keskin o‘rnidan turish.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HUSHDAN KETGAN SHAXSGA YORDAM VA XAVFSIZ YONBOSH HOLATGA KELTIRISH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Hushdan ketganda yordam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7918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Jabrlanuvchini chalqancha yotqizish va oyoqlarini 20–30 sm balandga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ko‘tarish (miyaga qon oqimini yaxshilash uchun).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0577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71750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Yoqa, kamar va siqib turgan kiyimlarni bo‘shatish.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4222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819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Toza havo kelishini ta’minlash: </a:t>
            </a:r>
            <a:r>
              <a:rPr sz="2400" b="0">
                <a:solidFill>
                  <a:srgbClr val="1B2A4A"/>
                </a:solidFill>
                <a:latin typeface="Segoe UI"/>
              </a:rPr>
              <a:t>derazani ochish, atrofdagilarni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uzoqlashtirish.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16881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03479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Yuziga sovuq suv sepish yoki nashatir spirti shimdirilgan paxtani burundan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10–15 sm uzoqlikda qisqa muddat tutish.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954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Hushiga kelgach, darhol turg‘izmaslik; 2–3 daqiqa yotib dam olsin. Agar 1–2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daqiqada hushiga kelmasa — 103 ga qo‘ng‘iroq qilish va nafasini…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HUSHDAN KETGAN SHAXSGA YORDAM VA XAVFSIZ YONBOSH HOLATGA KELTIRISH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 yonbosh holat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326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05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90"/>
              </a:lnSpc>
            </a:pPr>
            <a:r>
              <a:rPr sz="2300" b="0">
                <a:solidFill>
                  <a:srgbClr val="3A4560"/>
                </a:solidFill>
                <a:latin typeface="Segoe UI"/>
              </a:rPr>
              <a:t>Hushsiz, lekin normal nafas olayotgan odamni chalqancha qoldirish xavfli: tili</a:t>
            </a:r>
            <a:br/>
            <a:r>
              <a:rPr sz="2300" b="0">
                <a:solidFill>
                  <a:srgbClr val="3A4560"/>
                </a:solidFill>
                <a:latin typeface="Segoe UI"/>
              </a:rPr>
              <a:t>orqaga ketib nafas yo‘lini to‘sishi yoki qusuq massasi nafas yo‘liga tushishi mumkin.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2406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0578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Yaqindagi qo‘lini tirsakdan bukib, tepaga qo‘yish.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2799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09722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Uzoqdagi qo‘lining kaftini uning yuzi ostiga qo‘yish.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73193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613658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Uzoqdagi oyog‘ini tizzadan bukish.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3587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17594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Tizzadan tortib, odamni o‘zingizga tomon yonboshiga ag‘darish.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3980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62153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1B2A4A"/>
                </a:solidFill>
                <a:latin typeface="Segoe UI"/>
              </a:rPr>
              <a:t>Boshni biroz orqaga engashtirib, og‘izni pastga qaratish va tez yordam kelguncha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nafasni kuzatish.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YURAK-O‘PKA REANIMATSIYASI (YO‘R): KO‘KRAK QAFASINI BOSISH VA SUN’IY NAFAS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Yurak-o‘pka reanimatsiyasi (YO‘R)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Agar jabrlanuvchi hushsiz bo‘lsa va normal nafas olmasa, darhol 103 ni chaqirish va YO‘Rni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boshlash kerak. Har bir daqiqalik kechikish omon qolish imkoniyatini taxminan 10 % 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kamaytiradi.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828"/>
                <a:gridCol w="829682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Ko‘rsatkich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Talab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Qo‘l holati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Ko‘krak qafasi o‘rtasida, to‘sh suyagining pastki yarmida;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Bosish chuqurligi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5–6 sm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Bosish tezligi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Daqiqasiga 100–120 marta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Nisbat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 ta bosish: 2 ta sun’iy nafas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Almashish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2 daqiqada (imkon bo‘lsa)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YURAK-O‘PKA REANIMATSIYASI (YO‘R): KO‘KRAK QAFASINI BOSISH VA SUN’IY NAFAS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335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706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Agar sun’iy nafas berishga tayyor bo‘lmasangiz, faqat ko‘krak qafasini uzluksiz bosishni davom</a:t>
            </a:r>
            <a:br/>
            <a:r>
              <a:rPr sz="2000" b="0">
                <a:solidFill>
                  <a:srgbClr val="3A4560"/>
                </a:solidFill>
                <a:latin typeface="Segoe UI"/>
              </a:rPr>
              <a:t>ettiring — bu ham hayotni saqlab qoladi.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0138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Jabrlanuvchini qattiq, tekis yuzaga (polga) chalqancha yotqizish.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5654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96189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Uning yonida tiz cho‘kib, bir kaftni ko‘krak qafasi o‘rtasiga, ikkinchisini uning ustiga qo‘yish,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barmoqlarni bir-biriga kiritish.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82058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259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Qo‘llarni tirsakdan bukmasdan, tana og‘irligi bilan ko‘krakni 5–6 sm chuqurlikda 30 marta bosish.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27574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181094"/>
            <a:ext cx="10729862" cy="663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Nafas yo‘lini ochib (boshni orqaga engashtirib, iyakni ko‘tarib), burunni qisib, og‘izdan-og‘izga 2</a:t>
            </a:r>
            <a:br/>
            <a:r>
              <a:rPr sz="1900" b="0">
                <a:solidFill>
                  <a:srgbClr val="1B2A4A"/>
                </a:solidFill>
                <a:latin typeface="Segoe UI"/>
              </a:rPr>
              <a:t>marta sun’iy nafas berish;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3978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45126"/>
            <a:ext cx="10729862" cy="354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32"/>
              </a:lnSpc>
            </a:pPr>
            <a:r>
              <a:rPr sz="1900" b="0">
                <a:solidFill>
                  <a:srgbClr val="1B2A4A"/>
                </a:solidFill>
                <a:latin typeface="Segoe UI"/>
              </a:rPr>
              <a:t>30:2 nisbatda tez yordam kelguncha yoki jabrlanuvchi nafas ola boshlaguncha davom ettirish.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MANIKENDA YURAK-O‘PKA REANIMATSIYASINI BAJARISH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Nafas yo‘liga yot jism tiqilishi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Ovqatlanish paytida yoki og‘izda biror narsa bo‘lganda yot jism nafas yo‘liga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tiqilib qolishi mumkin. Agar jabrlanuvchi yo‘tala olsa — uni yo‘talishga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undash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Jabrlanuvchini biroz oldinga engashtirib, kurak oralig‘iga kaft asosi bilan 5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marta zarba berish.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4519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1116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Yordam bermasa — orqasidan quchoqlab, musht qilingan qo‘lni kindikdan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yuqoriga qo‘yib, ikkinchi qo‘l bilan ushlab, ichkariga va yuqoriga 5 marta…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07178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93776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0">
                <a:solidFill>
                  <a:srgbClr val="1B2A4A"/>
                </a:solidFill>
                <a:latin typeface="Segoe UI"/>
              </a:rPr>
              <a:t>Zarba va bosishlarni navbatma-navbat takrorlash; hushini yo‘qotsa — YO‘R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boshlash.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MANIKENDA YURAK-O‘PKA REANIMATSIYASINI BAJARISH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Tutqanoqda yordam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Tutqanoq paytida odamni ushlab turmaslik, og‘ziga hech narsa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tiqmaslik kerak. Boshi ostiga yumshoq narsa qo‘yib, atrofdagi qattiq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o‘tkir buyumlarni olib tashlash, tutqanoq vaqtini belgilash lozim.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Tutqanoq tugagach, jabrlanuvchi yonbosh holatga keltiriladi.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AMALIY MASHQ: MANIKENDA YURAK-O‘PKA REANIMATSIYASINI BAJARISH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mashg‘ulot xavfsizligi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Manikenda mashq qilishdan oldin va keyin uning yuz qismi antiseptik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bilan artiladi. Tirik odamda (sherikda) ko‘krak qafasini bosish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Geymlix usulini haqiqiy kuch bilan bajarish TAQIQLANADI — bu faqat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imitatsiya tarzida ko‘rsatiladi.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AMALIY TOPSHIRIQ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9836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O‘quv manikenida 30:2 nisbatda yurak-o‘pka reanimatsiyasini to‘g‘ri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ketma-ketlikda bajarish (holatni baholash → 103 ga xabar → 30 bosim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→ 2 nafas, 5 sikl).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Hushdan ketish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Miyaga vaqtincha qon yetishmasligi tufayli qisqa muddatga (odatda 1–2 daqiqa) hushni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yo‘qotish.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Hushdan ketishning sabablari va belgilari qanday?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Hushdan ketgan odamning oyoqlarini ko‘tarishdan maqsad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Xavfsiz yonbosh holat nima uchun kerak?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Yurak-o‘pka reanimatsiyasida ko‘krakni bosish va sun’iy nafas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berish nisbati qanday?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Ko‘krak qafasi qanday chuqurlik va tezlikda bosiladi?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Mehnat muhofazasi va texnika xavfsizligi · 10-mavzu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10-mavzu. Hushdan ketish, nafas olish buzilishi va boshqa favqulodda holatlarda birinchi yordam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