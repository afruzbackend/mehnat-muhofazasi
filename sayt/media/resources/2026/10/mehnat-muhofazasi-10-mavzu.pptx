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14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24508F"/>
                </a:solidFill>
                <a:latin typeface="Georgia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Amaliy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4508F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232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Hushdan ketish, nafas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olish buzilishi va boshqa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favqulodda holatlarda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birinchi yordam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036694"/>
            <a:ext cx="1097280" cy="5486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435673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747386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505866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10-MAVZU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189661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Hushdan ketgan shaxsga yordam va xavfsiz yonbosh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holatga keltirish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35965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Yurak-o‘pka reanimatsiyasi (YO‘R): ko‘krak qafasini bosish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va sun’iy nafas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82269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Amaliy mashq: manikenda yurak-o‘pka reanimatsiyasini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bajarish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10-MAVZU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4508F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sz="2400" b="0">
                <a:solidFill>
                  <a:srgbClr val="3A4560"/>
                </a:solidFill>
                <a:latin typeface="Segoe UI"/>
              </a:rPr>
              <a:t>O‘quvchilarga hushdan ketish,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nafas olish va yurak faoliyati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to‘xtashi holatlarida birinchi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yordam ko‘rsatish, yurak-o‘pka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reanimatsiyasini bajarish va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jabrlanuvchini xavfsiz yonbosh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holatga keltirish bo‘yicha amaliy</a:t>
            </a:r>
            <a:br/>
            <a:r>
              <a:rPr sz="2400" b="0">
                <a:solidFill>
                  <a:srgbClr val="3A4560"/>
                </a:solidFill>
                <a:latin typeface="Segoe UI"/>
              </a:rPr>
              <a:t>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Manikenda yurak-o‘pka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reanimatsiyasini 30:2 nisbatda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to‘g‘ri bajaradilar,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jabrlanuvchini xavfsiz yonbosh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holatga keltira oladilar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hushdan ketgan odamga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yordam ko‘rsatadilar.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1-REJA · HUSHDAN KETGAN SHAXSGA YORDAM VA XAVFSIZ YONBOSH HOLATGA KELTIRISH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Hushdan ketish va uning sabablari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Hushdan ketish — miyaga vaqtincha qon yetishmasligi tufayli qisqa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muddatga (odatda 1–2 daqiqa) hushni yo‘qotish. Sabablari: dimiq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xona, uzoq tik turish, ochlik, charchoq, qo‘rquv, keskin o‘rnidan turish.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1-REJA · HUSHDAN KETGAN SHAXSGA YORDAM VA XAVFSIZ YONBOSH HOLATGA KELTIRISH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Hushdan ketganda yordam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79183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Jabrlanuvchini chalqancha yotqizish va oyoqlarini 20–30 sm balandga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ko‘tarish (miyaga qon oqimini yaxshilash uchun).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05775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71750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Yoqa, kamar va siqib turgan kiyimlarni bo‘shatish.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242223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108198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1">
                <a:solidFill>
                  <a:srgbClr val="1B2A4A"/>
                </a:solidFill>
                <a:latin typeface="Segoe UI"/>
              </a:rPr>
              <a:t>Toza havo kelishini ta’minlash: </a:t>
            </a:r>
            <a:r>
              <a:rPr sz="2400" b="0">
                <a:solidFill>
                  <a:srgbClr val="1B2A4A"/>
                </a:solidFill>
                <a:latin typeface="Segoe UI"/>
              </a:rPr>
              <a:t>derazani ochish, atrofdagilarni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uzoqlashtirish.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168815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034790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Yuziga sovuq suv sepish yoki nashatir spirti shimdirilgan paxtani burundan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10–15 sm uzoqlikda qisqa muddat tutish.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09540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961382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Hushiga kelgach, darhol turg‘izmaslik; 2–3 daqiqa yotib dam olsin. Agar 1–2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daqiqada hushiga kelmasa — 103 ga qo‘ng‘iroq qilish va nafasini…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1-REJA · HUSHDAN KETGAN SHAXSGA YORDAM VA XAVFSIZ YONBOSH HOLATGA KELTIRISH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Xavfsiz yonbosh holat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83261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805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>
                <a:solidFill>
                  <a:srgbClr val="3A4560"/>
                </a:solidFill>
                <a:latin typeface="Segoe UI"/>
              </a:rPr>
              <a:t>Hushsiz, lekin normal nafas olayotgan odamni chalqancha qoldirish xavfli: tili</a:t>
            </a:r>
            <a:br/>
            <a:r>
              <a:rPr sz="2300" b="0">
                <a:solidFill>
                  <a:srgbClr val="3A4560"/>
                </a:solidFill>
                <a:latin typeface="Segoe UI"/>
              </a:rPr>
              <a:t>orqaga ketib nafas yo‘lini to‘sishi yoki qusuq massasi nafas yo‘liga tushishi mumkin.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24063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05786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Yaqindagi qo‘lini tirsakdan bukib, tepaga qo‘yish.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22799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109722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Uzoqdagi qo‘lining kaftini uning yuzi ostiga qo‘yish.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731935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613658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Uzoqdagi oyog‘ini tizzadan bukish.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235871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117594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Tizzadan tortib, odamni o‘zingizga tomon yonboshiga ag‘darish.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473980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4621530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Boshni biroz orqaga engashtirib, og‘izni pastga qaratish va tez yordam kelguncha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nafasni kuzatish.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2-REJA · YURAK-O‘PKA REANIMATSIYASI (YO‘R): KO‘KRAK QAFASINI BOSISH VA SUN’IY NAFAS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Yurak-o‘pka reanimatsiyasi (YO‘R)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0142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86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Agar jabrlanuvchi hushsiz bo‘lsa va normal nafas olmasa, darhol 103 ni chaqirish va YO‘Rni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boshlash kerak. Har bir daqiqalik kechikish omon qolish imkoniyatini taxminan 10 % ga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kamaytiradi.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81482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1828"/>
                <a:gridCol w="8296826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Ko‘rsatkich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Talab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Qo‘l holati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Ko‘krak qafasi o‘rtasida, to‘sh suyagining pastki yarmida;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Bosish chuqurligi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5–6 sm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Bosish tezligi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Daqiqasiga 100–120 marta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Nisbat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30 ta bosish: 2 ta sun’iy nafas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Almashish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Har 2 daqiqada (imkon bo‘lsa)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2-REJA · YURAK-O‘PKA REANIMATSIYASI (YO‘R): KO‘KRAK QAFASINI BOSISH VA SUN’IY NAFAS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Bajarish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3355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706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Agar sun’iy nafas berishga tayyor bo‘lmasangiz, faqat ko‘krak qafasini uzluksiz bosishni davom</a:t>
            </a:r>
            <a:br/>
            <a:r>
              <a:rPr sz="2000" b="0">
                <a:solidFill>
                  <a:srgbClr val="3A4560"/>
                </a:solidFill>
                <a:latin typeface="Segoe UI"/>
              </a:rPr>
              <a:t>ettiring — bu ham hayotni saqlab qoladi.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601381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06726"/>
            <a:ext cx="10729862" cy="354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0">
                <a:solidFill>
                  <a:srgbClr val="1B2A4A"/>
                </a:solidFill>
                <a:latin typeface="Segoe UI"/>
              </a:rPr>
              <a:t>Jabrlanuvchini qattiq, tekis yuzaga (polga) chalqancha yotqizish.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05654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961894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0">
                <a:solidFill>
                  <a:srgbClr val="1B2A4A"/>
                </a:solidFill>
                <a:latin typeface="Segoe UI"/>
              </a:rPr>
              <a:t>Uning yonida tiz cho‘kib, bir kaftni ko‘krak qafasi o‘rtasiga, ikkinchisini uning ustiga qo‘yish,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barmoqlarni bir-biriga kiritish.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820581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725926"/>
            <a:ext cx="10729862" cy="354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0">
                <a:solidFill>
                  <a:srgbClr val="1B2A4A"/>
                </a:solidFill>
                <a:latin typeface="Segoe UI"/>
              </a:rPr>
              <a:t>Qo‘llarni tirsakdan bukmasdan, tana og‘irligi bilan ko‘krakni 5–6 sm chuqurlikda 30 marta bosish.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27574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181094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0">
                <a:solidFill>
                  <a:srgbClr val="1B2A4A"/>
                </a:solidFill>
                <a:latin typeface="Segoe UI"/>
              </a:rPr>
              <a:t>Nafas yo‘lini ochib (boshni orqaga engashtirib, iyakni ko‘tarib), burunni qisib, og‘izdan-og‘izga 2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marta sun’iy nafas berish;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039781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4945126"/>
            <a:ext cx="10729862" cy="354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0">
                <a:solidFill>
                  <a:srgbClr val="1B2A4A"/>
                </a:solidFill>
                <a:latin typeface="Segoe UI"/>
              </a:rPr>
              <a:t>30:2 nisbatda tez yordam kelguncha yoki jabrlanuvchi nafas ola boshlaguncha davom ettirish.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3-REJA · AMALIY MASHQ: MANIKENDA YURAK-O‘PKA REANIMATSIYASINI BAJARISH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Nafas yo‘liga yot jism tiqilishi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31140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283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>
                <a:solidFill>
                  <a:srgbClr val="3A4560"/>
                </a:solidFill>
                <a:latin typeface="Segoe UI"/>
              </a:rPr>
              <a:t>Ovqatlanish paytida yoki og‘izda biror narsa bo‘lganda yot jism nafas yo‘liga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tiqilib qolishi mumkin. Agar jabrlanuvchi yo‘tala olsa — uni yo‘talishga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undash kerak.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218601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084576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Jabrlanuvchini biroz oldinga engashtirib, kurak oralig‘iga kaft asosi bilan 5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marta zarba berish.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4145193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4011168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Yordam bermasa — orqasidan quchoqlab, musht qilingan qo‘lni kindikdan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yuqoriga qo‘yib, ikkinchi qo‘l bilan ushlab, ichkariga va yuqoriga 5 marta…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5071785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937760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Zarba va bosishlarni navbatma-navbat takrorlash; hushini yo‘qotsa — YO‘R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boshlash.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3-REJA · AMALIY MASHQ: MANIKENDA YURAK-O‘PKA REANIMATSIYASINI BAJARISH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Tutqanoqda yordam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Tutqanoq paytida odamni ushlab turmaslik, og‘ziga hech narsa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tiqmaslik kerak. Boshi ostiga yumshoq narsa qo‘yib, atrofdagi qattiq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o‘tkir buyumlarni olib tashlash, tutqanoq vaqtini belgilash lozim.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Tutqanoq tugagach, jabrlanuvchi yonbosh holatga keltiriladi.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3-REJA · AMALIY MASHQ: MANIKENDA YURAK-O‘PKA REANIMATSIYASINI BAJARISH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Amaliy mashg‘ulot xavfsizligi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Manikenda mashq qilishdan oldin va keyin uning yuz qismi antiseptik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bilan artiladi. Tirik odamda (sherikda) ko‘krak qafasini bosish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Geymlix usulini haqiqiy kuch bilan bajarish TAQIQLANADI — bu faqat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imitatsiya tarzida ko‘rsatiladi.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77917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62940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AMALIY TOPSHIRIQ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434813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4198366"/>
            <a:ext cx="10729862" cy="1313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O‘quv manikenida 30:2 nisbatda yurak-o‘pka reanimatsiyasini to‘g‘ri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ketma-ketlikda bajarish (holatni baholash → 103 ga xabar → 30 bosim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→ 2 nafas, 5 sikl).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10-MAVZU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4389882"/>
          </a:xfrm>
          <a:prstGeom prst="roundRect">
            <a:avLst>
              <a:gd name="adj" fmla="val 1666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4389882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Hushdan ketish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Miyaga vaqtincha qon yetishmasligi tufayli qisqa muddatga (odatda 1–2 daqiqa) hushni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yo‘qotish.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10-MAVZU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Hushdan ketishning sabablari va belgilari qanday?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Hushdan ketgan odamning oyoqlarini ko‘tarishdan maqsad nima?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Xavfsiz yonbosh holat nima uchun kerak?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Yurak-o‘pka reanimatsiyasida ko‘krakni bosish va sun’iy nafas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berish nisbati qanday?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59864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59864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6311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5229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Ko‘krak qafasi qanday chuqurlik va tezlikda bosiladi?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10-mavzu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24508F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10-mavzu. Hushdan ketish, nafas olish buzilishi va boshqa favqulodda holatlarda birinchi yordam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