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11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B07D1E"/>
                </a:solidFill>
                <a:latin typeface="Georgia"/>
              </a:rPr>
              <a:t>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07D1E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232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Shaxsiy himoya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vositalarini saqlash,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tekshirish va ularga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texnik xizmat ko‘rsatish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036694"/>
            <a:ext cx="1097280" cy="5486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435673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747386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05866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Shhvni saqlash sharoitlari va harorat rejimi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Davriy laboratoriya va texnik tekshiruvlar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82269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Yaroqsiz vositalarni hisobdan chiqarish (utilizatsiya)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tartibi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07D1E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shaxsiy himoya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vositalarini saqlash sharoitlari,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davriy sinovlar muddati, texnik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xizmat ko‘rsatish va yaroqsiz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vositalarni hisobdan chiqarish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tartibi yuzasidan bilim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SHHVni saqlash talablarini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biladilar, sinov muddatlarini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nazorat qila oladilar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vositalarni parvarishlash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hamda hisobga olishni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bajaradilar.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1-REJA · SHHVNI SAQLASH SHAROITLARI VA HARORAT REJIMI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Saqlash sharoitining ahamiyati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Shaxsiy himoya vositalari rezina, plastmassa, mato kabi materiallardan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tayyorlanadi. Bu materiallar quyosh nuri, issiqlik, namlik, moy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kimyoviy moddalar ta’sirida eskiradi: rezina qotib yoriladi, plastmassa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mo‘rtlashadi, mato chiriydi.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1-REJA · SHHVNI SAQLASH SHAROITLARI VA HARORAT REJIMI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Saqlash talablari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63435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Quruq, yaxshi shamollatiladigan, quyosh nuri to‘g‘ridan-to‘g‘ri tushmaydigan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xonada saqlash.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62500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06726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Harorat taxminan 0 dan +25 °C gacha, isitish asboblaridan kamida 1 m uzoqda.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12893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010662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Moy, benzin, kislota, ishqor va boshqa kimyoviy moddalardan alohida saqlash.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3632875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514598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Dielektrik vositalar maxsus shkaf yoki javonlarda, boshqa asboblardan alohida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saqlanadi; ustiga og‘ir narsalar qo‘yilmaydi.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49444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376166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Ko‘zoynaklar g‘ilofda, quloqchinlar va respiratorlar yopiq qutilarda saqlanadi.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499837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4880102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Har bir vosita turi uchun belgilangan joy bo‘lishi va u yozuv bilan ko‘rsatilishi kerak.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2-REJA · DAVRIY LABORATORIYA VA TEXNIK TEKSHIRUVLAR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Davriy sinovlar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Elektr xavfsizligi bilan bog‘liq himoya vositalari maxsus laboratoriyalarda yuqori kuchlanish ostida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sinovdan o‘tkaziladi. Sinovdan o‘tgan vositaga keyingi sinov sanasi ko‘rsatilgan shtamp bosiladi.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9885"/>
                <a:gridCol w="7918769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Vosita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Sinov muddati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qo‘lqoplar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Har 6 oyda bir marta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kalishlar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Har yili bir marta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botlar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Har 3 yilda bir marta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gilamchalar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Laboratoriya sinovidan o‘tkazilmaydi; har 6 oyda tashqi ko‘rik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2-REJA · DAVRIY LABORATORIYA VA TEXNIK TEKSHIRUVLAR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Parvarishlash (texnik xizmat)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Ko‘zoynak oynalari maxsus salfetka va eritma bilan tozalanadi; abraziv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(qirib tashlovchi) vositalar ishlatilmaydi.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Rezina qo‘lqoplar foydalanishdan so‘ng iliq sovunli suvda yuvilib,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quritiladi; ichiga talk sepiladi.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Maxsus kiyimlar muntazam yuviladi, yirtiqlari tikiladi.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7123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9735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Respirator filtrlari ishlab chiqaruvchi ko‘rsatgan muddatda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almashtiriladi.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338739"/>
            <a:ext cx="109901" cy="109901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1889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Antistatik bilakuzuk qarshiligi maxsus tester bilan tekshiriladi.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3-REJA · YAROQSIZ VOSITALARNI HISOBDAN CHIQARISH (UTILIZATSIYA)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Hisobga olish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Har bir himoya vositasi hisob jurnalida qayd etiladi. Jurnalda vosita nomi, inventar raqami, berilgan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sana, oxirgi va keyingi sinov sanalari, holati va mas’ul shaxs ko‘rsatiladi.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2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553"/>
                <a:gridCol w="3251107"/>
                <a:gridCol w="2925996"/>
                <a:gridCol w="2925996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Inventar №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Vosita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Oxirgi sinov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Keyingi sinov</a:t>
                      </a:r>
                    </a:p>
                  </a:txBody>
                  <a:tcPr marL="109728" marR="109728" marT="73152" marB="73152">
                    <a:solidFill>
                      <a:srgbClr val="B07D1E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001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qo‘lqop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01.03.2026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01.09.2026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002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Dielektrik gilamcha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Ko‘rik: 10.04.2026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Ko‘rik: 10.10.2026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003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Antistatik bilakuzuk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15.05.2026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15.11.2026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3-REJA · YAROQSIZ VOSITALARNI HISOBDAN CHIQARISH (UTILIZATSIYA)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Hisobdan chiqarish (utilizatsiya)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96469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37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Sinovdan o‘tmagan, shikastlangan yoki muddati o‘tgan vositalar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foydalanishdan chiqariladi.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B07D1E"/>
                </a:solidFill>
                <a:latin typeface="Segoe UI"/>
              </a:rPr>
              <a:t>13-MAVZU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SHHVni saqlashda qanday talablarga rioya qilinadi?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rezina vositalarni quyosh nuri va moydan uzoqda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saqlash kerak?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3743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37436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4069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2986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Dielektrik qo‘lqoplar qancha muddatda sinovdan o‘tkaziladi?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98650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98650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0190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9108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Sinov shtampida qanday ma’lumot bo‘ladi?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59864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598641"/>
            <a:ext cx="284537" cy="28453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6311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5229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Yaroqsiz vositalar qanday hisobdan chiqariladi?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13-mavzu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B07D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B07D1E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13-mavzu. Shaxsiy himoya vositalarini saqlash, tekshirish va ularga texnik xizmat ko‘rsatish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