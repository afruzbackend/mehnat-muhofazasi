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vositalarini saqlash,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 va ularga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texnik xizmat ko‘rsatish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SHHVni saqlash sharoitlari va harorat rejimi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Davriy laboratoriya va texnik tekshiruvlar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Yaroqsiz vositalarni hisobdan chiqarish (utilizatsiya)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tartibi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shaxsiy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vositalarini saqlash sharoitlari,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davriy sinovlar muddati, texnik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xizmat ko‘rsatish va yaroqsiz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vositalarni hisobdan chiqarish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tartibi yuzasidan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SHHVni saqlash talablarini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biladilar, sinov muddatlarini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nazorat qila oladilar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vositalarni parvarishlash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hisobga olishni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SHHVNI SAQLASH SHAROITLARI VA HARORAT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Saqlash sharoitining ahamiyati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Shaxsiy himoya vositalari rezina, plastmassa, mato kabi materiallardan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tayyorlanadi. Bu materiallar quyosh nuri, issiqlik, namlik, moy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kimyoviy moddalar ta’sirida eskiradi: rezina qotib yoriladi, plastmassa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mo‘rtlashadi, mato chiriydi.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SHHVNI SAQLASH SHAROITLARI VA HARORAT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Saqlash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Quruq, yaxshi shamollatiladigan, quyosh nuri to‘g‘ridan-to‘g‘ri tushmaydigan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xonada saqlash.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Harorat taxminan 0 dan +25 °C gacha, isitish asboblaridan kamida 1 m uzoqda.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Moy, benzin, kislota, ishqor va boshqa kimyoviy moddalardan alohida saqlash.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328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145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Dielektrik vositalar maxsus shkaf yoki javonlarda, boshqa asboblardan alohida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saqlanadi; ustiga og‘ir narsalar qo‘yilmaydi.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Ko‘zoynaklar g‘ilofda, quloqchinlar va respiratorlar yopiq qutilarda saqlanadi.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Har bir vosita turi uchun belgilangan joy bo‘lishi va u yozuv bilan ko‘rsatilishi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DAVRIY LABORATORIYA VA TEXNIK TEKSHIRUVLAR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Davriy sinovlar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Elektr xavfsizligi bilan bog‘liq himoya vositalari maxsus laboratoriyalarda yuqori kuchlanish ostida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sinovdan o‘tkaziladi. Sinovdan o‘tgan vositaga keyingi sinov sanasi ko‘rsatilgan shtamp bosiladi.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885"/>
                <a:gridCol w="79187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Sinov muddati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qo‘lqoplar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6 oyda bir marta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kalishlar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yili bir marta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botlar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3 yilda bir marta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gilamchalar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Laboratoriya sinovidan o‘tkazilmaydi; har 6 oyda tashqi ko‘rik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DAVRIY LABORATORIYA VA TEXNIK TEKSHIRUVLAR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Parvarishlash (texnik xizmat)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Ko‘zoynak oynalari maxsus salfetka va eritma bilan tozalanadi; abraziv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(qirib tashlovchi) vositalar ishlatilmaydi.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Rezina qo‘lqoplar foydalanishdan so‘ng iliq sovunli suvda yuvilib,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quritiladi; ichiga talk sepiladi.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Maxsus kiyimlar muntazam yuviladi, yirtiqlari tikiladi.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Respirator filtrlari ishlab chiqaruvchi ko‘rsatgan muddatda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almashtiriladi.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bilakuzuk qarshiligi maxsus tester bilan tekshiriladi.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YAROQSIZ VOSITALARNI HISOBDAN CHIQARISH (UTILIZATSIYA)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Hisobga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himoya vositasi hisob jurnalida qayd etiladi. Jurnalda vosita nomi, inventar raqami, berilgan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sana, oxirgi va keyingi sinov sanalari, holati va mas’ul shaxs ko‘rsatiladi.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2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53"/>
                <a:gridCol w="3251107"/>
                <a:gridCol w="2925996"/>
                <a:gridCol w="2925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Inventar №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Oxirgi sinov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Keyingi sinov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001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qo‘lqop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01.03.2026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01.09.2026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002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gilamcha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Ko‘rik: 10.04.2026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Ko‘rik: 10.10.2026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003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Antistatik bilakuzuk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15.05.2026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15.11.2026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YAROQSIZ VOSITALARNI HISOBDAN CHIQARISH (UTILIZATSIYA)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Hisobdan chiqarish (utilizatsiya)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Sinovdan o‘tmagan, shikastlangan yoki muddati o‘tgan vositalar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foydalanishdan chiqariladi.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SHHVni saqlashda qanday talablarga rioya qilinadi?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rezina vositalarni quyosh nuri va moydan uzoqda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Dielektrik qo‘lqoplar qancha muddatda sinovdan o‘tkaziladi?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Sinov shtampida qanday ma’lumot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Yaroqsiz vositalar qanday hisobdan chiqariladi?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Shaxsiy himoya vositalarini saqlash, tekshirish va ularga texnik xizmat ko‘rsatish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