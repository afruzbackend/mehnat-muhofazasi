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Mehnat xavfsizligini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ta’minlash va baxtsiz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hodisalarning oldini olish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Baxtsiz hodisalarning kelib chiqish sabablari (texnik,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tashkiliy, shaxsiy)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Baxtsiz hodisalarni tekshirish va hisobga olish tartibi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Oldini olish bo‘yicha profilaktik tadbirlar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baxtsiz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hodisalarning kelib chiqish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sabablari, ularni tekshirish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hisobga olish tartibi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oldini olish bo‘yicha profilaktik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tadbirlar yuzasidan bilim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Baxtsiz hodisa sabablarini tahlil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qila oladilar, tekshirish tartibini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biladilar va profilaktik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choralarni taklif etadilar.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BAXTSIZ HODISALARNING KELIB CHIQISH SABABLARI (TEXNIK, TASHKILIY, SHAXSIY)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Baxtsiz hodisa va kasb kasalligi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Baxtsiz hodisa — ish yoki o‘quv jarayonida xavfli omil ta’sirida yuz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bergan va jarohat, salomatlikning keskin yomonlashuvi, ba’zan esa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o‘limga olib kelgan kutilmagan hodisa.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BAXTSIZ HODISALARNING KELIB CHIQISH SABABLARI (TEXNIK, TASHKILIY, SHAXSIY)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piramidasi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Amerikalik muhandis G. Xaynrix tadqiqotlariga ko‘ra, har bir og‘ir baxtsiz hodisaga taxminan 29 ta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yengil jarohat va 300 ta jarohatsiz «deyarli hodisa» to‘g‘ri keladi.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755"/>
                <a:gridCol w="1243902"/>
                <a:gridCol w="637499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Piramida darajasi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Soni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Og‘ir baxtsiz hodisa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Tok urishi natijasida og‘ir shikastlanish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Yengil jarohatlar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Qo‘lni kesib olish, yengil kuyish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«Deyarli hodisalar»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Kabelga qoqilib, zo‘rg‘a yiqilmay qolish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BAXTSIZ HODISALARNI TEKSHIRISH VA HISOBGA OLISH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Baxtsiz hodisalarning sabablari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Tahlillar shuni ko‘rsatadiki, baxtsiz hodisalarning katta qismi inson omili — shaxsiy va tashkiliy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sabablar bilan bog‘liq. Demak, ularning ko‘pchiligini oldini olish mumkin.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5907"/>
                <a:gridCol w="824274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Sabablar guruhi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Misollar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Texnik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Jihozlarning nosozligi, izolyatsiyaning buzilishi, yerga ulash…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Tashkiliy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Yo‘riqnoma o‘tkazilmagani, nazoratning yo‘qligi, ish joyining…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Sanitariya-gigiyena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Yomon yoritilganlik, shovqin, noqulay mikroiqlim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Shaxsiy (subyektiv)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E’tiborsizlik, shoshqaloqlik, charchoq, qoidalarni bilmaslik…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BAXTSIZ HODISALARNI TEKSHIRISH VA HISOBGA OLISH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Tekshirish va hisobga olish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4768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Jabrlanuvchiga birinchi yordam ko‘rsatiladi va zarur bo‘lsa, tibbiy muassasaga yuboriladi.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21911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16582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Hodisa haqida darhol rahbarga (o‘quv jarayonida — o‘qituvchi va ma’muriyatga) xabar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beriladi.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1565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13126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Agar boshqalar uchun xavf tug‘dirmasa, tekshiruv boshlanguncha hodisa joyidagi holat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o‘zgartirilmaydi (iloji bo‘lmasa, suratga olinadi).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81219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09670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Maxsus komissiya tuzilib, hodisa holatlari, sabablari va aybdorlar aniqlanadi; guvohlardan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tushuntirish xati olinadi.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60874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506214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Tekshiruv natijasida N-1 shakldagi dalolatnoma tuziladi va hodisa maxsus jurnalda ro‘yxatga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olinadi.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40528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302758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Sabablarni bartaraf etish bo‘yicha chora-tadbirlar rejasi ishlab chiqiladi.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OLDINI OLISH BO‘YICHA PROFILAKTIK TADBIRLAR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Profilaktik tadbirlar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3000"/>
                <a:gridCol w="775565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Sabab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Profilaktik chora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Jihoz nosozligi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Muntazam texnik ko‘rik va o‘z vaqtida ta’mirlash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Bilim yetishmasligi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Yo‘riqnomalarni sifatli o‘tkazish, bilimlarni tekshirish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 joyi tartibsizligi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 joyini to‘g‘ri tashkil etish, kabellarni tartibga solish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Himoya yo‘qligi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SHHV bilan ta’minlash va foydalanishni nazorat qilish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E’tiborsizlik, charchoq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Ish-dam olish rejimi, ogohlantiruvchi belgilar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OLDINI OLISH BO‘YICHA PROFILAKTIK TADBIRLAR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madaniyati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Profilaktikaning eng samarali usuli — xavfsizlik madaniyatini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shakllantirish. Bu har bir kishi o‘zi va atrofdagilar xavfsizligi uchun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mas’ul ekanini anglashi, «deyarli hodisalar»ni yashirmasdan aytishi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xavfni ko‘rganda darhol choralar ko‘rishidir.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OLDINI OLISH BO‘YICHA PROFILAKTIK TADBIRLAR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xonasi uchun amaliy tavsiyalar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Har dars boshida ish joyini 1 daqiqa ko‘zdan kechirish.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Nosozlik haqida darhol xabar berish va qurilmani «Ishlamaydi» yorlig‘i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bilan belgilash.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Kabellarni kabel-kanallarga joylash va o‘tish yo‘llarini bo‘sh saqlash.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Oylik «xavfsizlik daqiqasi»da kichik hodisalarni tahlil qilish.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Baxtsiz hodisa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Ish yoki o‘quv jarayonida xavfli omil ta’sirida yuz bergan va jarohat, salomatlikning keskin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yomonlashuvi, ba’zan esa o‘limga olib kelgan kutilmagan…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Baxtsiz hodisa deb nimaga aytiladi?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Baxtsiz hodisalarning asosiy sabab guruhlarini ayting va misol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keltiring.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«Xavfsizlik piramidasi» nimani anglatadi?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Baxtsiz hodisa qanday tartibda tekshiriladi?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Baxtsiz hodisaning oldini olish uchun qanday profilaktik ishlar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qilinadi?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15-mavzu. Mehnat xavfsizligini ta’minlash va baxtsiz hodisalarning oldini olish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