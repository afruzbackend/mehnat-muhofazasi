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Jabrlanuvchiga birinchi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 ko‘rsatish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Birinchi yordam ko‘rsatishning umumiy tamoyillari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Jabrlanuvchining holatini baholash (hush, nafas, puls)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Tez yordam (103) chaqirish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birinchi yordam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ko‘rsatishning umumiy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tamoyillari, jabrlanuvchi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holatini baholash va tez tibbiy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 xizmatini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chaqirish yuzasidan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Birinchi yordam tamoyillarini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biladilar, jabrlanuvchi holatini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baholay oladilar va 103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xizmatiga to‘liq xabar bera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BIRINCHI YORDAM KO‘RSATISHNING UMUMIY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yordam tushunchasi va ahamiyati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Birinchi yordam — baxtsiz hodisa yoki to‘satdan kasallanib qolgan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shaxsga malakali tibbiy yordam kelguniga qadar uning hayotini saqlab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qolish va asoratlarni kamaytirish uchun ko‘rsatiladigan shoshilinch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chora-tadbirlar.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BIRINCHI YORDAM KO‘RSATISHNING UMUMIY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yordamning asosiy tamoyillari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Xavfsizlik: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yordam beruvchi avval o‘z xavfsizligini ta’minlaydi. Ikkinchi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jabrlanuvchi bo‘lib qolish hech kimga foyda bermaydi.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Tezkorlik: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vaqtni yo‘qotmaslik, lekin shoshqaloqlik qilmaslik.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«Zarar yetkazma»: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bilmagan, ishonch komil bo‘lmagan harakatni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Xotirjamlik: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jabrlanuvchini tinchlantirish, vahimani bartaraf etish.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BIRINCHI YORDAM KO‘RSATISHNING UMUMIY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yordam qutichasi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laboratoriyada birinchi yordam qutichasi bo‘lishi shart va uning joyini har bir o‘quvchi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bilishi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0219"/>
                <a:gridCol w="549843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Steril bint va salfetkalar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Jarohatni yopish va bog‘lash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Bakteritsid plastir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 jarohatlarni himoyalash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Antiseptik (xlorgeksidin, yod eritmasi)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Jarohat atrofini zararsizlantirish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Gemostatik jgut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Arterial qon ketishini to‘xtatish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martalik qo‘lqoplar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Yordam beruvchini infeksiyadan himoyalash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JABRLANUVCHINING HOLATINI BAHOLASH (HUSH, NAFAS, PULS)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Harakatlar ketma-ketligi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Xavfni baholash.: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Atrofga qarang: tok, olov, gaz, yiqilishi mumkin bo‘lgan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buyumlar bormi? Masalan, elektr toki bilan jarohatlanganda avval manbani uzing.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Hushini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Jabrlanuvchining yelkasiga yengil tegib, baland ovozda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murojaat qiling: «Sizga nima bo‘ldi? Meni eshityapsizmi?»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Nafas yo‘lini ochish.: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Bir qo‘lni peshonaga qo‘yib, boshni orqaga engashtiring,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ikkinchi qo‘l barmoqlari bilan iyakni ko‘taring.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Nafasni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10 soniya davomida «Ko‘r, eshit, his qil»: ko‘krak qafasi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harakatini ko‘ring, nafas tovushini eshiting, yuzingiz bilan havo oqimini his qiling.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097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914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Yordam chaqirish: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va holatga qarab yordam ko‘rsatish.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JABRLANUVCHINING HOLATINI BAHOLASH (HUSH, NAFAS, PULS)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Holatga qarab yordam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305"/>
                <a:gridCol w="710934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Jabrlanuvchi holati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Birinchi yordam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Hushida, kuchli qon ketmoqda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 ketishini to‘xtatish, 103 ni chaqirish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Hushsiz, nafas olmoqda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 yonbosh holatga keltirish, nafasni kuzatish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Hushsiz, nafas olmayapti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103 ni chaqirish, yurak-o‘pka reanimatsiyasini boshlash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Kuyish, jarohat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Sovutish, steril bog‘lam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JABRLANUVCHINING HOLATINI BAHOLASH (HUSH, NAFAS, PULS)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Puls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Puls bilak (bosh barmoq tomonida) yoki bo‘yindagi uyqu arteriyasida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ikki-uch barmoq bilan tekshiriladi. Kattalarda tinch holatdagi puls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daqiqasiga 60–90 marta.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TEZ YORDAM (103) CHAQIRISH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Tez tibbiy yordamni chaqirish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103 yoki 112 raqamiga qo‘ng‘iroq qilganda xotirjam va aniq gapirish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aniq manzil (tuman, ko‘cha, bino, qavat, xona) va mo‘ljal;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sodir bo‘lgani va qachon;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jabrlanganlar soni, yoshi va holati (hushida yoki yo‘q, nafas olyaptimi,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qon ketyaptimi);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171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6740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yordam ko‘rsatilayotgani;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861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3636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 ismingiz va telefon raqamingiz.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TEZ YORDAM (103) CHAQIRISH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Atrofdagilarni jalb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Hech qachon «kimdir qo‘ng‘iroq qilgandir» deb o‘ylamang.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Birinchi yordam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Baxtsiz hodisa yoki to‘satdan kasallanib qolgan shaxsga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malakali tibbiy yordam kelguniga qadar uning hayotini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saqlab qolish va asoratlarni…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Hushini tekshirish.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Jabrlanuvchining yelkasiga yengil tegib, baland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ovozda murojaat qiling: «Sizga nima bo‘ldi?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Nafas yo‘lini ochish.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Bir qo‘lni peshonaga qo‘yib, boshni orqaga engashtiring,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ikkinchi qo‘l barmoqlari bilan iyakni ko‘taring.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Nafasni tekshirish.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10 soniya davomida «Ko‘r, eshit, his qil»: ko‘krak qafasi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harakatini ko‘ring, nafas tovushini eshiting, yuzingiz bilan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havo oqimini his qiling.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Tezkorlik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vaqtni yo‘qotmaslik, lekin shoshqaloqlik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qilmaslik.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Xavfni baholash.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Atrofga qarang: tok, olov, gaz, yiqilishi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mumkin bo‘lgan buyumlar bormi?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Birinchi yordam nima va u nima uchun muhim?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Birinchi yordam ko‘rsatishda eng birinchi qadam nima bo‘lishi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Jabrlanuvchining nafas olayotganini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103 xizmatiga qo‘ng‘iroq qilganda qanday ma’lumotlar berilishi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shart?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Birinchi yordam qutichasida nimalar bo‘lishi 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Jabrlanuvchiga birinchi yordam ko‘rsatish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