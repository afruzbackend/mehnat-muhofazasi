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MEHNAT MUHOFAZASI VA TEXNIKA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Xavfsiz mehnat usullari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va ularning asosiy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talablari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Mehnat muhofazasi bo‘yicha yo‘riqnomalar va ularning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turlari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Ish joyini tashkil etish va tartibni saqlash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O‘quv laboratoriyasida taqiqlangan harakatlar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xavfsiz mehnat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usullari, mehnat muhofazasi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yo‘riqnomalari turlari, ish joyini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to‘g‘ri tashkil etish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laboratoriyada taqiqlangan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harakatlar yuzasidan bilim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Xavfsiz mehnat usullari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yo‘riqnoma turlarini biladilar,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ish o‘rnini xavfsiz tashkil qila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oladilar hamda laboratoriya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ichki tartib qoidalariga rioya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MEHNAT MUHOFAZASI BO‘YICHA YO‘RIQNOMALAR VA ULARNING 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 mehnat usullari tushunchasi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Xavfsiz mehnat usullari — ish jarayonida jarohatlanish, baxtsiz hodisa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 kasb kasalliklarining oldini olishga qaratilgan qoidalar, tartiblar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to‘g‘ri harakatlar majmuidir.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MEHNAT MUHOFAZASI BO‘YICHA YO‘RIQNOMALAR VA ULARNING 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 mehnatning asosiy tamoyillari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Bilim: </a:t>
            </a:r>
            <a:r>
              <a:rPr sz="2600" b="0">
                <a:solidFill>
                  <a:srgbClr val="1B2A4A"/>
                </a:solidFill>
                <a:latin typeface="Segoe UI"/>
              </a:rPr>
              <a:t>ishni boshlashdan oldin uning xavflari va xavfsiz bajarish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usullarini bilish.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Tayyorgarlik: </a:t>
            </a:r>
            <a:r>
              <a:rPr sz="2600" b="0">
                <a:solidFill>
                  <a:srgbClr val="1B2A4A"/>
                </a:solidFill>
                <a:latin typeface="Segoe UI"/>
              </a:rPr>
              <a:t>ish joyi, jihozlar va himoya vositalarining sozligini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tekshirish.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Intizom: </a:t>
            </a:r>
            <a:r>
              <a:rPr sz="2600" b="0">
                <a:solidFill>
                  <a:srgbClr val="1B2A4A"/>
                </a:solidFill>
                <a:latin typeface="Segoe UI"/>
              </a:rPr>
              <a:t>belgilangan tartib va ko‘rsatmalarga og‘ishmay amal qilish.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Ehtiyotkorlik: </a:t>
            </a:r>
            <a:r>
              <a:rPr sz="2600" b="0">
                <a:solidFill>
                  <a:srgbClr val="1B2A4A"/>
                </a:solidFill>
                <a:latin typeface="Segoe UI"/>
              </a:rPr>
              <a:t>shoshilmaslik, chalg‘imaslik, charchaganda ishni davom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ettirmaslik.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33873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1889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Mas’uliyat: </a:t>
            </a:r>
            <a:r>
              <a:rPr sz="2600" b="0">
                <a:solidFill>
                  <a:srgbClr val="1B2A4A"/>
                </a:solidFill>
                <a:latin typeface="Segoe UI"/>
              </a:rPr>
              <a:t>o‘z va atrofdagilar xavfsizligi uchun javobgarlikni his qilish.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MEHNAT MUHOFAZASI BO‘YICHA YO‘RIQNOMALAR VA ULARNING 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Mehnat muhofazasining huquqiy asosi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Xavfsiz mehnat sharoitlarini yaratish O‘zbekiston Respublikasining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Mehnat kodeksi va «Mehnatni muhofaza qilish to‘g‘risida»gi Qonuni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bilan kafolatlangan.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ISH JOYINI TASHKIL ETISH VA TARTIBNI SAQLASH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Yo‘riqnoma (instruktaj)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Mehnat muhofazasi bo‘yicha bilimlar yo‘riqnomalar orqali beriladi. Har bir yo‘riqnoma maxsus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jurnalda qayd etilib, o‘tkazuvchi va tinglovchi tomonidan imzolanadi.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3319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2776"/>
                <a:gridCol w="4706764"/>
                <a:gridCol w="4499113"/>
              </a:tblGrid>
              <a:tr h="6273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4EBDD"/>
                          </a:solidFill>
                          <a:latin typeface="Segoe UI"/>
                        </a:rPr>
                        <a:t>Yo‘riqnoma turi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4EBDD"/>
                          </a:solidFill>
                          <a:latin typeface="Segoe UI"/>
                        </a:rPr>
                        <a:t>Qachon o‘tkaziladi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4EBDD"/>
                          </a:solidFill>
                          <a:latin typeface="Segoe UI"/>
                        </a:rPr>
                        <a:t>Mazmuni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6273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Kirish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Texnikumga qabul qilinganda (bir marta)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Umumiy xavfsizlik qoidalari, bino tuzilishi, evakuatsiya yo‘llari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6273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Ish joyidagi birlamchi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Laboratoriyada amaliy ish boshlanishidan oldin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Aynan shu xonadagi jihozlar va ularning xavflari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0513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Takroriy (davriy)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Kamida 6 oyda bir marta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Bilimlarni yangilash va tekshirish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6273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Navbatdan tashqari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Yangi jihoz, yangi qoida, qoidabuzarlik yoki baxtsiz hodisadan keyin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O‘zgarishlar va xatolar tahlili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0513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Maqsadli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Bir martalik maxsus ishlar oldidan (ekskursiya, tadbir)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Muayyan ishning xavfsizlik choralari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ISH JOYINI TASHKIL ETISH VA TARTIBNI SAQLASH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Yo‘riqnoma jurnali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Yo‘riqnomadan o‘tmagan o‘quvchi laboratoriyada ishlashga ruxsat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etilmaydi. Jurnaldagi imzo o‘quvchi qoidalar bilan tanishgani va ularga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rioya qilishga majburiyat olganini bildiradi.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O‘QUV LABORATORIYASIDA TAQIQLANGAN HARAKATLAR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 joyini tashkil etish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5189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To‘g‘ri tashkil etilgan ish joyi xavfsizlikning yarmidir.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44186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9209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stol ustida ortiqcha buyumlar, sumka va kiyim bo‘lmasligi;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01082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86105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kabellar tartibga solingan, o‘tish yo‘lidan chetda bo‘lishi;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7978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43001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o‘tish yo‘llari va evakuatsiya chiqishlari doimo bo‘sh turishi;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14874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399897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ish yakunida ish joyini tozalab, qurilmalarni belgilangan tartibda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o‘chirish.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O‘QUV LABORATORIYASIDA TAQIQLANGAN HARAKATLAR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Laboratoriyada taqiqlangan harakatlar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 xonasiga oziq-ovqat va ichimliklar olib kirish.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Kabellar ustidan bosish, ularni tortish yoki chigallashtirish.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Rozetkalarga begona jismlar suqish.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0181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5203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Ruxsatsiz qurilmalarni qismlarga ajratish, korpusni ochish.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07077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392099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O‘qituvchi ruxsatisiz qurilmalarni ulash, o‘chirish yoki joyini o‘zgartirish.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6397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4899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Xonada yugurish, itarishish va shovqin qilish.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O‘QUV LABORATORIYASIDA TAQIQLANGAN HARAKATLAR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Qoidabuzarlikka munosabat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Qoidabuzarlikni ko‘rgan har bir o‘quvchi bu haqda o‘qituvchiga xabar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berishi kerak. Bu «chaqimchilik» emas, balki o‘rtog‘ining hayoti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sog‘lig‘i haqida qayg‘urishdir.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Xavfsiz mehnat usullari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Ish jarayonida jarohatlanish, baxtsiz hodisa va kasb kasalliklarining oldini olishga qaratilgan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qoidalar, tartiblar va to‘g‘ri harakatlar majmuidir.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Xavfsiz mehnat usullari deganda nimani tushunasiz?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Mehnat muhofazasi yo‘riqnomalarining qanday turlari bor?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Navbatdan tashqari yo‘riqnoma qachon o‘tkaziladi?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To‘g‘ri tashkil etilgan ish joyi qanday bo‘lishi kerak?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 laboratoriyasida qanday harakatlar qat’iyan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taqiqlanadi?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4-mavzu. Xavfsiz mehnat usullari va ularning asosiy talablari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