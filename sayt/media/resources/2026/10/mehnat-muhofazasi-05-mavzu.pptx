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13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0E7C7B"/>
                </a:solidFill>
                <a:latin typeface="Georgia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0E7C7B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Ish jarayonida xavfsiz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mehnat usullarini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qo‘llash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5-MAVZU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Kompyuter texnikasi bilan ishlashda ergonomik talablar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Klaviatura va sichqoncha bilan ishlashda to‘g‘ri tana holati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Ish va dam olish rejimiga rioya qilish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5-MAVZU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0E7C7B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kompyuter bilan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ishlashda ergonomik talablar,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to‘g‘ri tana holati, ish va dam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olish rejimi hamda kasb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kasalliklarining oldini olish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yuzasidan bilim va ko‘nikmalar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Ish joyini ergonomik talablarga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moslab sozlay oladilar, to‘g‘ri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o‘tirish qoidalariga rioya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qiladilar va kompensator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mashqlarni bajaradilar.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1-REJA · KOMPYUTER TEXNIKASI BILAN ISHLASHDA ERGONOMIK TALABLAR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Ergonomika tushunchasi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Ergonomika — ish joyi, jihoz va ish jarayonini inson tanasining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anatomik va fiziologik imkoniyatlariga moslashtiruvchi fan. Grafik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dizayner va kompyuter grafikasi mutaxassislari kuniga 6–10 soat bir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joyda o‘tirib ishlaydi.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1-REJA · KOMPYUTER TEXNIKASI BILAN ISHLASHDA ERGONOMIK TALABLAR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Ergonomik ish o‘rniga qo‘yiladigan talablar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868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5-rasm.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18744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9162"/>
                <a:gridCol w="7199492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Element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Me’yoriy talab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Ko‘zdan ekrangacha masofa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50–70 sm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Monitor yuqori cheti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Ko‘z darajasida yoki biroz pastda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Stul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Balandligi va suyanchig‘i sozlanadigan, g‘ildirakli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Tizza burchagi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Taxminan 90°, oyoq panjalari polda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Tirsak burchagi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90–100°, yelkalar bo‘shashgan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2-REJA · KLAVIATURA VA SICHQONCHA BILAN ISHLASHDA TO‘G‘RI TANA HOLATI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To‘g‘ri o‘tirish qoidalari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79183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Stul balandligi: </a:t>
            </a:r>
            <a:r>
              <a:rPr sz="2400" b="0">
                <a:solidFill>
                  <a:srgbClr val="1B2A4A"/>
                </a:solidFill>
                <a:latin typeface="Segoe UI"/>
              </a:rPr>
              <a:t>oyoq panjalari polga to‘liq tegib turishi, tizzalar taxminan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90° burchak hosil qilishi kerak. Oyoq yetmasa, oyoq tagligidan foydalaniladi.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05775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71750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Bel: </a:t>
            </a:r>
            <a:r>
              <a:rPr sz="2400" b="0">
                <a:solidFill>
                  <a:srgbClr val="1B2A4A"/>
                </a:solidFill>
                <a:latin typeface="Segoe UI"/>
              </a:rPr>
              <a:t>stul suyanchig‘iga tayanadi, umurtqa tabiiy holatda tik ushlanadi.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Oldinga engashib yoki stul chetida o‘tirish mumkin emas.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632367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498342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Tirsaklar: </a:t>
            </a:r>
            <a:r>
              <a:rPr sz="2400" b="0">
                <a:solidFill>
                  <a:srgbClr val="1B2A4A"/>
                </a:solidFill>
                <a:latin typeface="Segoe UI"/>
              </a:rPr>
              <a:t>tanaga yaqin, 90–100° burchak ostida bukilgan, yelkalar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bo‘shashgan.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55895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42493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Bilaklar: </a:t>
            </a:r>
            <a:r>
              <a:rPr sz="2400" b="0">
                <a:solidFill>
                  <a:srgbClr val="1B2A4A"/>
                </a:solidFill>
                <a:latin typeface="Segoe UI"/>
              </a:rPr>
              <a:t>klaviatura va sichqoncha bilan ishlaganda to‘g‘ri chiziqda bo‘ladi,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yuqoriga yoki yon tomonga bukilmaydi.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485551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35152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Bosh va bo‘yin: </a:t>
            </a:r>
            <a:r>
              <a:rPr sz="2400" b="0">
                <a:solidFill>
                  <a:srgbClr val="1B2A4A"/>
                </a:solidFill>
                <a:latin typeface="Segoe UI"/>
              </a:rPr>
              <a:t>to‘g‘ri, nigoh ekranga biroz pastga qaragan.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2-REJA · KLAVIATURA VA SICHQONCHA BILAN ISHLASHDA TO‘G‘RI TANA HOLATI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Klaviatura, sichqoncha va grafik planshet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Klaviatura stol chetidan 10–15 sm ichkarida joylashadi, shunda bilaklar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stolga tayanib dam oladi. Sichqoncha klaviaturaga yaqin, bir xil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balandlikda qo‘yiladi — uni olish uchun qo‘lni uzoqqa cho‘zishga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to‘g‘ri kelmasligi kerak.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77917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629406"/>
            <a:ext cx="10729862" cy="1313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Tez-tez ishlatiladigan amallar uchun tezkor tugmalar (Ctrl+Z — bekor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qilish, Ctrl+S — saqlash, Ctrl+C/Ctrl+V — nusxa olish va qo‘yish)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sichqoncha harakatini kamaytiradi…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3-REJA · ISH VA DAM OLISH REJIMIGA RIOYA QILISH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Kompyuter bilan bog‘liq kasb kasalliklari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3930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582"/>
                <a:gridCol w="3968132"/>
                <a:gridCol w="4849940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Kasallik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Belgilari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Oldini olish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Karpal tunnel sindromi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Barmoqlarning uvishishi, kechasi og‘riq, kuchsizlanish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Bilakni to‘g‘ri ushlash, bilak tayanchli gilamcha, panjalar uchun…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Osteoxondroz, skolioz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Bel va bo‘yinda og‘riq, qaddi-qomat buzilishi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To‘g‘ri o‘tirish, har soatda turib cho‘zilish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108775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Kompyuter ko‘rish sindromi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Ko‘z quruqligi, qizarishi, xira ko‘rish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«20-20-20» qoidasi, tez-tez ko‘z qisib-ochish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Gipodinamiya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Vazn ortishi, qon aylanishining sekinlashuvi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Jismoniy faollik, tanaffusda yurish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3-REJA · ISH VA DAM OLISH REJIMIGA RIOYA QILISH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 va dam olish rejimi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Har 40–45 daqiqalik uzluksiz ishdan keyin 10 daqiqalik tanaffus qilish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tavsiya etiladi. Tanaffusni ekran qarshisida telefonda o‘tkazish dam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olish emas: o‘rningizdan turing, yuring, deraza orqali uzoqqa qarang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kompensator mashqlarni bajaring.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3-REJA · ISH VA DAM OLISH REJIMIGA RIOYA QILISH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Kompensator mashqlar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89865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871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>
                <a:solidFill>
                  <a:srgbClr val="3A4560"/>
                </a:solidFill>
                <a:latin typeface="Segoe UI"/>
              </a:rPr>
              <a:t>Og‘riq — organizmning ogohlantirish signali. Bilak, bo‘yin yoki belda doimiy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og‘riq sezilsa, ish joyini qayta sozlash va shifokorga murojaat qilish kerak.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805851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7182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Bo‘yinni sekin o‘ngga va chapga burish, oldinga egish (har biri 5 marta).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4229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8274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Yelkalarni ko‘tarib-tushirish va oldinga-orqaga aylantirish (8–10 marta).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878747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744722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Barmoqlarni musht qilib-ochish, bilakni ikki tomonga aylantirish (10 marta).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415195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281170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Qo‘llarni oldinga cho‘zib, kaftni o‘zingizga va o‘zingizdan qaratib bukish (5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marta).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341787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207762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Tik turib, qo‘llarni tepaga cho‘zish va yon tomonlarga egilish (5 marta).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5-MAVZU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Bel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07895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Stul suyanchig‘iga tayanadi, umurtqa tabiiy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holatda tik ushlanadi.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5867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55867" y="1645158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0187" y="1809750"/>
            <a:ext cx="4936991" cy="294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4"/>
              </a:lnSpc>
            </a:pPr>
            <a:r>
              <a:rPr sz="1700" b="1">
                <a:solidFill>
                  <a:srgbClr val="1B2A4A"/>
                </a:solidFill>
                <a:latin typeface="Georgia"/>
              </a:rPr>
              <a:t>Bilaklar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0187" y="2149475"/>
            <a:ext cx="4936991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3A4560"/>
                </a:solidFill>
                <a:latin typeface="Segoe UI"/>
              </a:rPr>
              <a:t>Klaviatura va sichqoncha bilan ishlaganda to‘g‘ri chiziqda</a:t>
            </a:r>
            <a:br/>
            <a:r>
              <a:rPr sz="1400" b="0">
                <a:solidFill>
                  <a:srgbClr val="3A4560"/>
                </a:solidFill>
                <a:latin typeface="Segoe UI"/>
              </a:rPr>
              <a:t>bo‘ladi, yuqoriga yoki yon tomonga bukilmaydi.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3184652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3349244"/>
            <a:ext cx="4936991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Bosh va bo‘yin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3761994"/>
            <a:ext cx="4936991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To‘g‘ri, nigoh ekranga biroz pastga qaragan.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55867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55867" y="3184652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0187" y="3349244"/>
            <a:ext cx="4936991" cy="294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4"/>
              </a:lnSpc>
            </a:pPr>
            <a:r>
              <a:rPr sz="1700" b="1">
                <a:solidFill>
                  <a:srgbClr val="1B2A4A"/>
                </a:solidFill>
                <a:latin typeface="Georgia"/>
              </a:rPr>
              <a:t>Ergonomika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0187" y="3688968"/>
            <a:ext cx="4936991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3A4560"/>
                </a:solidFill>
                <a:latin typeface="Segoe UI"/>
              </a:rPr>
              <a:t>Ish joyi, jihoz va ish jarayonini inson tanasining anatomik va</a:t>
            </a:r>
            <a:br/>
            <a:r>
              <a:rPr sz="1400" b="0">
                <a:solidFill>
                  <a:srgbClr val="3A4560"/>
                </a:solidFill>
                <a:latin typeface="Segoe UI"/>
              </a:rPr>
              <a:t>fiziologik imkoniyatlariga moslashtiruvchi fan.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" y="4724146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1520" y="4724146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" y="4888738"/>
            <a:ext cx="4936991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Og‘riq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301487"/>
            <a:ext cx="4936991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Organizmning ogohlantirish signali.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55867" y="4724146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55867" y="4724146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30187" y="4888738"/>
            <a:ext cx="4936991" cy="337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2000" b="1">
                <a:solidFill>
                  <a:srgbClr val="1B2A4A"/>
                </a:solidFill>
                <a:latin typeface="Georgia"/>
              </a:rPr>
              <a:t>Stul balandligi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0187" y="5272278"/>
            <a:ext cx="4936991" cy="607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3A4560"/>
                </a:solidFill>
                <a:latin typeface="Segoe UI"/>
              </a:rPr>
              <a:t>Oyoq panjalari polga to‘liq tegib turishi, tizzalar</a:t>
            </a:r>
            <a:br/>
            <a:r>
              <a:rPr sz="1700" b="0">
                <a:solidFill>
                  <a:srgbClr val="3A4560"/>
                </a:solidFill>
                <a:latin typeface="Segoe UI"/>
              </a:rPr>
              <a:t>taxminan 90° burchak hosil qilishi kerak.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5-MAVZU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Ergonomika nima va uning asosiy tamoyili qanday?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Kompyuter oldida to‘g‘ri o‘tirish qoidalarini sanab bering.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Tunnel sindromi nima va uning oldini qanday olish mumkin?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Grafik planshet bilan ishlashda nimalarga e’tibor berish kerak?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Tanaffusni qanday o‘tkazish to‘g‘ri hisoblanadi?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0E7C7B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5-mavzu. Ish jarayonida xavfsiz mehnat usullarini qo‘llash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