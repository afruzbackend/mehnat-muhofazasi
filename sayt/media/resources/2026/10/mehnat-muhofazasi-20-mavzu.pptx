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15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D86A3E"/>
                </a:solidFill>
                <a:latin typeface="Georgia"/>
              </a:rP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D86A3E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Elektr jihozlari va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qurilmalaridan xavfsiz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foydalanish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20-MAVZU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Uzluksiz quvvat manbalari (UPS) bilan ishlash qoidalari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Elektr uzatgichlar (udlinitel) va tarmoq filtrlarining ruxsat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etilgan quvvati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Ish yakunida elektr jihozlarini to‘liq o‘chirish va nazorat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qilish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20-MAVZU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D86A3E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uzluksiz quvvat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manbalari va tarmoq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filtrlaridan xavfsiz foydalanish,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tarmoq quvvatini hisoblash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ish yakunida elektr jihozlarini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to‘liq o‘chirish yuzasidan bilim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UPS va uzatgichlardan xavfsiz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foydalanadilar, ulangan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qurilmalar umumiy quvvatini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hisoblab, ortiqcha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yuklanishning oldini oladilar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xonani xavfsiz holatda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topshiradilar.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1-REJA · UZLUKSIZ QUVVAT MANBALARI (UPS) BILAN ISHLASH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UPS — uzluksiz quvvat manbai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UPS (Uninterruptible Power Supply) elektr toki to‘satdan uzilganda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kompyuterni akkumulyator hisobiga 5–20 daqiqa ishlatib turadi. Bu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vaqt fayllarni saqlash va kompyuterni to‘g‘ri o‘chirish uchun yetarli.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1-REJA · UZLUKSIZ QUVVAT MANBALARI (UPS) BILAN ISHLASH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UPS bilan ishlash qoidalari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63435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UPSga faqat kompyuter va monitorni ulash. Lazer printer, isitgich, choynak kabi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kuchli qurilmalarni ulash taqiqlanadi — ular UPSni ortiqcha yuklaydi.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625003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06726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UPS yaxshi shamollatiladigan joyda, isitish asboblaridan uzoqda, ventilyatsiya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teshiklari to‘silmagan holda turishi kerak.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486571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368294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Akkumulyatorlar qizib ketsa yoki shishsa, UPS darhol o‘chiriladi va mutaxassisga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beriladi.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348139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229862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1">
                <a:solidFill>
                  <a:srgbClr val="1B2A4A"/>
                </a:solidFill>
                <a:latin typeface="Segoe UI"/>
              </a:rPr>
              <a:t>UPS ichini mustaqil ochish taqiqlanadi: </a:t>
            </a:r>
            <a:r>
              <a:rPr sz="2200" b="0">
                <a:solidFill>
                  <a:srgbClr val="1B2A4A"/>
                </a:solidFill>
                <a:latin typeface="Segoe UI"/>
              </a:rPr>
              <a:t>o‘chirilgan holatda ham uning ichida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xavfli kuchlanish saqlanadi.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209707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091430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Akkumulyatorlar har 3–5 yilda almashtiriladi; ishlatilganlari maxsus punktlarga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topshiriladi.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1-REJA · UZLUKSIZ QUVVAT MANBALARI (UPS) BILAN ISHLASH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UPS signallari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Elektr o‘chganda UPS ovozli signal beradi. Bu signal eshitilganda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darhol ishni saqlab, kompyuterni operatsion tizim orqali o‘chirish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kerak. Akkumulyator zaryadi tugaguncha ishlashni davom ettirish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fayllarning yo‘qolishiga olib keladi.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2-REJA · ELEKTR UZATGICHLAR (UDLINITEL) VA TARMOQ FILTRLARINING RUXSAT ETILGAN QUVVATI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Uzatgichlar va tarmoq filtrlari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Tarmoq filtri — kuchlanish sakrashi va shovqinlardan himoya qiluvchi,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saqlagichli uzatgich. Har bir uzatgich va tarmoq filtrida ruxsat etilgan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maksimal tok yoki quvvat ko‘rsatiladi (masalan, 10 A, ya’ni taxminan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2200 Vt).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2-REJA · ELEKTR UZATGICHLAR (UDLINITEL) VA TARMOQ FILTRLARINING RUXSAT ETILGAN QUVVATI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Quvvatni hisoblash namunasi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0142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86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Hisoblash usuli oddiy: qurilmalar yorlig‘idagi quvvat (Vt) qo‘shib chiqiladi va uzatgich ko‘rsatkichi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bilan solishtiriladi. Agar tok kuchi (A) ko‘rsatilgan bo‘lsa, quvvat = kuchlanish × tok (220 V × 10 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= 2200 Vt).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81482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7209"/>
                <a:gridCol w="7301445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Qurilma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Quvvati (Vt)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Kompyuter (tizim bloki)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400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Monitor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Lazer printer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800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Elektr choynak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2000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Jami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3240 — 10 A li uzatgich uchun ortiqcha yuklanish!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2-REJA · ELEKTR UZATGICHLAR (UDLINITEL) VA TARMOQ FILTRLARINING RUXSAT ETILGAN QUVVATI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Uzatgichlardan foydalanish qoidalari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Uzatgichlarni bir-biriga ketma-ket ulamaslik («gulchambar» qilmaslik)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— bu yuklanishni oshiradi va kontaktlarni qizdiradi.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Kuchli qurilmalarni (isitgich, choynak) uzatgich orqali emas,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to‘g‘ridan-to‘g‘ri devor rozetkasiga ulash.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G‘altakka o‘ralgan uzatgichdan to‘liq yoyib foydalanish, aks holda u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qiziydi.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769779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62000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Uzatgichni gilam ostida yoki o‘tish yo‘lida qoldirmaslik.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338739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18896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Vilka yoki uzatgich qizisa, yonish hidi sezilsa — darhol uzish.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3-REJA · ISH YAKUNIDA ELEKTR JIHOZLARINI TO‘LIQ O‘CHIRISH VA NAZORAT QILISH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 yakunida elektr xavfsizligi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79183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Barcha kompyuterlarni operatsion tizim orqali to‘g‘ri o‘chirish.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15631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18160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Monitorlar, printerlar, proyektor va boshqa qurilmalarni o‘chirish.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852079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18054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Tarmoq filtrlari tugmasini o‘chirish yoki vilkalarni rozetkadan chiqarish.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388527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254502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Doimiy ishlashi zarur bo‘lgan qurilmalar (server, kommutator) bundan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mustasno.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315119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18109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Xonani tark etishdan oldin ko‘zdan kechirish: </a:t>
            </a:r>
            <a:r>
              <a:rPr sz="2400" b="0">
                <a:solidFill>
                  <a:srgbClr val="1B2A4A"/>
                </a:solidFill>
                <a:latin typeface="Segoe UI"/>
              </a:rPr>
              <a:t>yoqilgan qurilma, qizigan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uzatgich, yonib qolgan indikator chiroqlari bormi.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241711"/>
            <a:ext cx="109901" cy="109901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107686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Chiroqlarni o‘chirish, derazalarni yopish, xonani navbatchiga yoki mas’ul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shaxsga topshirish.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3-REJA · ISH YAKUNIDA ELEKTR JIHOZLARINI TO‘LIQ O‘CHIRISH VA NAZORAT QILISH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Xonani topshirish nazorat varag‘i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5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7038"/>
                <a:gridCol w="1751617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Tekshiriladigan narsa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Holati</a:t>
                      </a:r>
                    </a:p>
                  </a:txBody>
                  <a:tcPr marL="109728" marR="109728" marT="73152" marB="73152">
                    <a:solidFill>
                      <a:srgbClr val="D86A3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Kompyuterlar o‘chirilgan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Monitorlar va printerlar o‘chirilgan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Tarmoq filtrlari o‘chirilgan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Qizigan yoki shikastlangan kabel yo‘q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Chiroqlar o‘chirilgan, derazalar yopilgan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3-REJA · ISH YAKUNIDA ELEKTR JIHOZLARINI TO‘LIQ O‘CHIRISH VA NAZORAT QILISH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Kurs bo‘yicha xulosa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Ushbu kurs davomida o‘rganilgan barcha qoidalar bir g‘oyaga xizmat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qiladi: xavfsizlik — bu bir martalik tadbir emas, balki har kungi odat.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Mehnat muhofazasi qoidalarini bilgan va ularga amal qiladigan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mutaxassis o‘zini ham, hamkasblarini ham asraydi.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20-MAVZU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Tarmoq filtri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Kuchlanish sakrashi va shovqinlardan himoya qiluvchi, saqlagichli uzatgich.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D86A3E"/>
                </a:solidFill>
                <a:latin typeface="Segoe UI"/>
              </a:rPr>
              <a:t>20-MAVZU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UPS (uzluksiz quvvat manbai) qanday vazifani bajaradi?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UPSga lazer printer yoki isitgich ulash mumkin emas?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tarmoq filtriga bir nechta kuchli elektr jihozlarini ulash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mumkin emas?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98650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98650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0190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9108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Uzatgichlarni ketma-ket ulash qanday xavf tug‘diradi?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59864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598641"/>
            <a:ext cx="284537" cy="28453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6311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5229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Ish yakunida xonani qanday tartibda topshirish kerak?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20-mavzu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15 / 15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D8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D86A3E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20-mavzu. Elektr jihozlari va qurilmalaridan xavfsiz foydalanish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