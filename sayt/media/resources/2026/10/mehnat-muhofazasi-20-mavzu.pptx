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D86A3E"/>
                </a:solidFill>
                <a:latin typeface="Georgia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 jihozlari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qurilmalaridan xavfsiz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Uzluksiz quvvat manbalari (ups) bilan ishlash qoidalari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 uzatgichlar (udlinitel) va tarmoq filtrlarining ruxsat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etilgan quvvati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yakunida elektr jihozlarini to‘liq o‘chirish va nazorat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qilish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uzluksiz quvvat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manbalari va tarmoq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filtrlaridan xavfsiz foydalanish,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tarmoq quvvatini hisoblash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 yakunida elektr jihozlarini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to‘liq o‘chirish yuzasidan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UPS va uzatgichlardan xavfsiz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foydalanadilar, ulangan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 umumiy quvvatini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hisoblab, ortiqcha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yuklanishning oldini oladilar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xonani xavfsiz holatda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topshiradilar.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UZLUKSIZ QUVVAT MANBALARI (UPS) BILAN ISHLASH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UPS — uzluksiz quvvat manbai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UPS (Uninterruptible Power Supply) elektr toki to‘satdan uzilganda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kompyuterni akkumulyator hisobiga 5–20 daqiqa ishlatib turadi. Bu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vaqt fayllarni saqlash va kompyuterni to‘g‘ri o‘chirish uchun yetarli.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UZLUKSIZ QUVVAT MANBALARI (UPS) BILAN ISHLASH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UPS bilan ishlash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UPSga faqat kompyuter va monitorni ulash. Lazer printer, isitgich, choynak kabi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kuchli qurilmalarni ulash taqiqlanadi — ular UPSni ortiqcha yuklaydi.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UPS yaxshi shamollatiladigan joyda, isitish asboblaridan uzoqda, ventilyatsiya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teshiklari to‘silmagan holda turishi kerak.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Akkumulyatorlar qizib ketsa yoki shishsa, UPS darhol o‘chiriladi va mutaxassisga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beriladi.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298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UPS ichini mustaqil ochish taqiqlanadi: </a:t>
            </a:r>
            <a:r>
              <a:rPr sz="2200" b="0">
                <a:solidFill>
                  <a:srgbClr val="1B2A4A"/>
                </a:solidFill>
                <a:latin typeface="Segoe UI"/>
              </a:rPr>
              <a:t>o‘chirilgan holatda ham uning ichida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xavfli kuchlanish saqlanadi.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20970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914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Akkumulyatorlar har 3–5 yilda almashtiriladi; ishlatilganlari maxsus punktlarga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topshiriladi.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UZLUKSIZ QUVVAT MANBALARI (UPS) BILAN ISHLASH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UPS signallari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Elektr o‘chganda UPS ovozli signal beradi. Bu signal eshitilganda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darhol ishni saqlab, kompyuterni operatsion tizim orqali o‘chirish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kerak. Akkumulyator zaryadi tugaguncha ishlashni davom ettirish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fayllarning yo‘qolishiga olib keladi.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ELEKTR UZATGICHLAR (UDLINITEL) VA TARMOQ FILTRLARINING RUXSAT ETILGAN QUVVATI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Uzatgichlar va tarmoq filtrlari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Tarmoq filtri — kuchlanish sakrashi va shovqinlardan himoya qiluvchi,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saqlagichli uzatgich. Har bir uzatgich va tarmoq filtrida ruxsat etilgan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maksimal tok yoki quvvat ko‘rsatiladi (masalan, 10 A, ya’ni taxminan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2200 Vt).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ELEKTR UZATGICHLAR (UDLINITEL) VA TARMOQ FILTRLARINING RUXSAT ETILGAN QUVVATI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Quvvatni hisoblash namunasi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Hisoblash usuli oddiy: qurilmalar yorlig‘idagi quvvat (Vt) qo‘shib chiqiladi va uzatgich ko‘rsatkichi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bilan solishtiriladi. Agar tok kuchi (A) ko‘rsatilgan bo‘lsa, quvvat = kuchlanish × tok (220 V × 10 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= 2200 Vt).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7209"/>
                <a:gridCol w="730144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Quvvati (Vt)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(tizim bloki)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Monitor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Lazer printer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 choynak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3240 — 10 A li uzatgich uchun ortiqcha yuklanish!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ELEKTR UZATGICHLAR (UDLINITEL) VA TARMOQ FILTRLARINING RUXSAT ETILGAN QUVVATI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Uzatgichlardan foydalanish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Uzatgichlarni bir-biriga ketma-ket ulamaslik («gulchambar» qilmaslik)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— bu yuklanishni oshiradi va kontaktlarni qizdiradi.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Kuchli qurilmalarni (isitgich, choynak) uzatgich orqali emas,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to‘g‘ridan-to‘g‘ri devor rozetkasiga ulash.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G‘altakka o‘ralgan uzatgichdan to‘liq yoyib foydalanish, aks holda u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qiziydi.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Uzatgichni gilam ostida yoki o‘tish yo‘lida qoldirmaslik.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Vilka yoki uzatgich qizisa, yonish hidi sezilsa — darhol uzish.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ISH YAKUNIDA ELEKTR JIHOZLARINI TO‘LIQ O‘CHIRISH VA NAZORAT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yakunida elektr xavfsizligi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Barcha kompyuterlarni operatsion tizim orqali to‘g‘ri o‘chirish.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1563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8160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Monitorlar, printerlar, proyektor va boshqa qurilmalarni o‘chirish.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85207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1805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Tarmoq filtrlari tugmasini o‘chirish yoki vilkalarni rozetkadan chiqarish.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38852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25450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Doimiy ishlashi zarur bo‘lgan qurilmalar (server, kommutator) bundan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mustasno.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1511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Xonani tark etishdan oldin ko‘zdan kechirish: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yoqilgan qurilma, qizigan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uzatgich, yonib qolgan indikator chiroqlari bormi.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4171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Chiroqlarni o‘chirish, derazalarni yopish, xonani navbatchiga yoki mas’ul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shaxsga topshirish.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ISH YAKUNIDA ELEKTR JIHOZLARINI TO‘LIQ O‘CHIRISH VA NAZORAT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Xonani topshirish nazorat varag‘i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7038"/>
                <a:gridCol w="175161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Tekshiriladigan narsa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Holati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Kompyuterlar o‘chirilgan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Monitorlar va printerlar o‘chirilgan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filtrlari o‘chirilgan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Qizigan yoki shikastlangan kabel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Chiroqlar o‘chirilgan, derazalar yopilgan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ISH YAKUNIDA ELEKTR JIHOZLARINI TO‘LIQ O‘CHIRISH VA NAZORAT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Kurs bo‘yicha 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Ushbu kurs davomida o‘rganilgan barcha qoidalar bir g‘oyaga xizmat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qiladi: xavfsizlik — bu bir martalik tadbir emas, balki har kungi odat.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Mehnat muhofazasi qoidalarini bilgan va ularga amal qiladigan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mutaxassis o‘zini ham, hamkasblarini ham asraydi.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Tarmoq filtri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Kuchlanish sakrashi va shovqinlardan himoya qiluvchi, saqlagichli uzatgich.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UPS (uzluksiz quvvat manbai) qanday vazifani bajaradi?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UPSga lazer printer yoki isitgich ulash mumkin emas?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tarmoq filtriga bir nechta kuchli elektr jihozlarini ulash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 emas?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Uzatgichlarni ketma-ket ulash qanday xavf tug‘diradi?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yakunida xonani qanday tartibda topshirish kerak?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D86A3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20-mavzu. Elektr jihozlari va qurilmalaridan xavfsiz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