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C2562D"/>
                </a:solidFill>
                <a:latin typeface="Georgia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232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Elektr xavfsizligi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qoidalari va elektr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jihozlaridan xavfsiz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foydalanish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036694"/>
            <a:ext cx="1097280" cy="5486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435673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747386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05866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Elektr tokining inson organizmiga ta’siri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Kompyuter va yordamchi jihozlarni elektr tarmog‘iga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xavfsiz ulash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Elektr qurilmalarida nosozlik aniqlanganda bajariladigan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harakatlar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elektr tokining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inson organizmiga ta’siri,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kompyuter xonasida elektr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jihozlaridan xavfsiz foydalanish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nosozlik holatida to‘g‘ri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harakat qilish yuzasidan bilim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Elektr tokining xavfini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anglaydilar, elektr jihozlaridan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 foydalanish qoidalariga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rioya qiladilar va nosozlik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holatida to‘g‘ri harakat qila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ELEKTR TOKINING INSON ORGANIZMIGA TA’SIRI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Elektr toki va uning xavfi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Elektr energiyasi kompyuter laboratoriyasining asosiy quvvat manbai.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Biroq elektr toki ko‘zga ko‘rinmaydi, hidi va tovushi yo‘q, shuning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uchun xavf ko‘pincha kech seziladi.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ELEKTR TOKINING INSON ORGANIZMIGA TA’SIRI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Elektr tokining organizmga ta’sir turlari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Termik ta’sir: </a:t>
            </a:r>
            <a:r>
              <a:rPr sz="2600" b="0">
                <a:solidFill>
                  <a:srgbClr val="1B2A4A"/>
                </a:solidFill>
                <a:latin typeface="Segoe UI"/>
              </a:rPr>
              <a:t>tanada kuyishlar, to‘qima va qon tomirlarining qizishi.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Elektrolitik ta’sir: </a:t>
            </a:r>
            <a:r>
              <a:rPr sz="2600" b="0">
                <a:solidFill>
                  <a:srgbClr val="1B2A4A"/>
                </a:solidFill>
                <a:latin typeface="Segoe UI"/>
              </a:rPr>
              <a:t>qon va boshqa suyuqliklarning parchalanishi,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ularning fizik-kimyoviy tarkibi buzilishi.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Mexanik ta’sir: </a:t>
            </a:r>
            <a:r>
              <a:rPr sz="2600" b="0">
                <a:solidFill>
                  <a:srgbClr val="1B2A4A"/>
                </a:solidFill>
                <a:latin typeface="Segoe UI"/>
              </a:rPr>
              <a:t>mushaklarning keskin qisqarishi, to‘qimalarning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yorilishi, suyak chiqishi.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712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9735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Biologik ta’sir: </a:t>
            </a:r>
            <a:r>
              <a:rPr sz="2600" b="0">
                <a:solidFill>
                  <a:srgbClr val="1B2A4A"/>
                </a:solidFill>
                <a:latin typeface="Segoe UI"/>
              </a:rPr>
              <a:t>asab tizimi, nafas olish va yurak faoliyatining buzilishi;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eng xavflisi — yurakning to‘xtashi.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ELEKTR TOKINING INSON ORGANIZMIGA TA’SIRI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Tok kuchiga qarab ta’sir darajasi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2-rasm.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5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091"/>
                <a:gridCol w="9238564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Tok kuchi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Inson organizmiga ta’siri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0,6–1,5 mA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Sezila boshlaydi, barmoqlarda yengil titrash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10–15 mA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Mushaklar qisqaradi, odam qo‘lini simdan o‘zi ajrata olmaydi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25–50 mA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Nafas olish qiyinlashadi, nafas mushaklari falajlanishi mumkin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50–100 mA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Yurak fibrillyatsiyasi (tartibsiz qisqarishi), o‘lim xavfi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KOMPYUTER VA YORDAMCHI JIHOZLARNI ELEKTR TARMOG‘IGA XAVFSIZ ULASH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Elektr shikastlanishiga ta’sir qiluvchi omillar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Tokning kuchi va o‘tish vaqti: </a:t>
            </a:r>
            <a:r>
              <a:rPr sz="2600" b="0">
                <a:solidFill>
                  <a:srgbClr val="1B2A4A"/>
                </a:solidFill>
                <a:latin typeface="Segoe UI"/>
              </a:rPr>
              <a:t>tok qancha uzoq o‘tsa, shuncha xavfli.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Tokning yo‘li: </a:t>
            </a:r>
            <a:r>
              <a:rPr sz="2600" b="0">
                <a:solidFill>
                  <a:srgbClr val="1B2A4A"/>
                </a:solidFill>
                <a:latin typeface="Segoe UI"/>
              </a:rPr>
              <a:t>eng xavflisi «qo‘l–qo‘l» va «qo‘l–oyoq» yo‘llari, chunki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tok yurak orqali o‘tadi.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Teri holati: </a:t>
            </a:r>
            <a:r>
              <a:rPr sz="2600" b="0">
                <a:solidFill>
                  <a:srgbClr val="1B2A4A"/>
                </a:solidFill>
                <a:latin typeface="Segoe UI"/>
              </a:rPr>
              <a:t>nam yoki terlagan terining qarshiligi bir necha barobar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kamayadi.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712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9735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Insonning umumiy holati: </a:t>
            </a:r>
            <a:r>
              <a:rPr sz="2600" b="0">
                <a:solidFill>
                  <a:srgbClr val="1B2A4A"/>
                </a:solidFill>
                <a:latin typeface="Segoe UI"/>
              </a:rPr>
              <a:t>charchoq, kasallik, hayajon tokka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chidamlilikni pasaytiradi.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KOMPYUTER VA YORDAMCHI JIHOZLARNI ELEKTR TARMOG‘IGA XAVFSIZ ULASH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xonasida asosiy xavfsizlik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63435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Ish boshlashdan oldin rozetka, vilka va kabellarning butunligini ko‘zdan kechirish.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26737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149094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Nam qo‘l bilan elektr kalitlari, rozetka va vilkalarga tegmaslik.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77130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653030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Vilkani rozetkadan kabeldan tortib emas, faqat vilkaning o‘zidan ushlab chiqarish.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27524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156966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Korpusi ochiq, simi yalang‘ochlangan yoki izolyatsiyasi erigan qurilmalardan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foydalanmaslik.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13681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018534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Bitta rozetka yoki uzatgichga ko‘p sonli quvvatli qurilmalarni ulamaslik.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64074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522470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Kabellarni stul g‘ildiragi ostida, eshik oralig‘ida yoki o‘tish yo‘lida qoldirmaslik.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KOMPYUTER VA YORDAMCHI JIHOZLARNI ELEKTR TARMOG‘IGA XAVFSIZ ULASH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 va xavfli holatlar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057"/>
                <a:gridCol w="673659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Xavfli holat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To‘g‘ri harakat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Kabel izolyatsiyasi yorilgan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Qurilmani uzib, kabelni almashtirishni so‘rash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Uzatgich qizib ketgan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Undagi qurilmalarni ajratib, yuklamani kamaytirish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Klaviaturaga suv to‘kildi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Kompyuterni darhol o‘chirib, o‘qituvchiga xabar berish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Korpusga tekkanda «chimchilaydi»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Ishni to‘xtatib, qurilmani tarmoqdan uzish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ELEKTR QURILMALARIDA NOSOZLIK ANIQLANGANDA BAJARILADIGAN HARAKATLAR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Nosozlik aniqlanganda harakatlar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89865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871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Agar qurilmadan tutun yoki kuygan izolyatsiya hidi chiqsa, uchqun ko‘rinsa,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g‘ayritabiiy shovqin eshitilsa yoki korpusga tekkanda tok sezilsa: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80585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718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Zudlik bilan ishni to‘xtatish.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4229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827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Qurilmani elektr tarmog‘idan uzish (vilkani chiqarish yoki xona avtomatini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o‘chirish).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26889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3486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Bu haqda darhol o‘qituvchi yoki mas’ul xodimga xabar berish.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80533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67131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Nosoz qurilmani tuzatilmaguncha qayta yoqmaslik va boshqalarni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ogohlantirish.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ELEKTR QURILMALARIDA NOSOZLIK ANIQLANGANDA BAJARILADIGAN HARAKATLAR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Tok ta’siriga tushgan odamni ajratish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89865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871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Tok ta’siriga tushgan odamga yalang qo‘l bilan tegish mumkin emas — aks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holda yordam beruvchi ham jabrlanuvchiga aylanadi.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80585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718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Tok manbaini uzish: </a:t>
            </a:r>
            <a:r>
              <a:rPr sz="2400" b="0">
                <a:solidFill>
                  <a:srgbClr val="1B2A4A"/>
                </a:solidFill>
                <a:latin typeface="Segoe UI"/>
              </a:rPr>
              <a:t>vilkani chiqarish, avtomatni o‘chirish.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4229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827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Manbani uzishning iloji bo‘lmasa — quruq yog‘och tayoq, plastmassa buyum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yoki quruq mato yordamida simni jabrlanuvchidan ajratish;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26889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3486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Jabrlanuvchini kiyimidan (agar u quruq bo‘lsa) bir qo‘l bilan tortib ajratish.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80533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67131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103 ga qo‘ng‘iroq qilish va birinchi yordam ko‘rsatish: hushini, nafasini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tekshirish, zarur bo‘lsa yurak-o‘pka reanimatsiyasini boshlash.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131089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4936991" cy="337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2000" b="1">
                <a:solidFill>
                  <a:srgbClr val="1B2A4A"/>
                </a:solidFill>
                <a:latin typeface="Georgia"/>
              </a:rPr>
              <a:t>Biologik ta’sir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193290"/>
            <a:ext cx="4936991" cy="60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3A4560"/>
                </a:solidFill>
                <a:latin typeface="Segoe UI"/>
              </a:rPr>
              <a:t>— asab tizimi, nafas olish va yurak faoliyatining</a:t>
            </a:r>
            <a:br/>
            <a:r>
              <a:rPr sz="1700" b="0">
                <a:solidFill>
                  <a:srgbClr val="3A4560"/>
                </a:solidFill>
                <a:latin typeface="Segoe UI"/>
              </a:rPr>
              <a:t>buzilishi; eng xavflisi — yurakning to‘xtashi.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5867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55867" y="1645158"/>
            <a:ext cx="73152" cy="131089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1809750"/>
            <a:ext cx="4936991" cy="337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2000" b="1">
                <a:solidFill>
                  <a:srgbClr val="1B2A4A"/>
                </a:solidFill>
                <a:latin typeface="Georgia"/>
              </a:rPr>
              <a:t>Elektrolitik ta’sir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187" y="2193290"/>
            <a:ext cx="4936991" cy="60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3A4560"/>
                </a:solidFill>
                <a:latin typeface="Segoe UI"/>
              </a:rPr>
              <a:t>— qon va boshqa suyuqliklarning parchalanishi,</a:t>
            </a:r>
            <a:br/>
            <a:r>
              <a:rPr sz="1700" b="0">
                <a:solidFill>
                  <a:srgbClr val="3A4560"/>
                </a:solidFill>
                <a:latin typeface="Segoe UI"/>
              </a:rPr>
              <a:t>ularning fizik-kimyoviy tarkibi buzilishi.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184652"/>
            <a:ext cx="73152" cy="131089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Insonning umumiy holati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Charchoq, kasallik, hayajon tokka chidamlilikni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pasaytiradi.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55867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55867" y="3184652"/>
            <a:ext cx="73152" cy="131089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0187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Mexanik ta’sir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0187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— mushaklarning keskin qisqarishi,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to‘qimalarning yorilishi, suyak chiqishi.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1520" y="4724146"/>
            <a:ext cx="73152" cy="131089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4888738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Teri holati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286882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Nam yoki terlagan terining qarshiligi bir necha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barobar kamayadi.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55867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55867" y="4724146"/>
            <a:ext cx="73152" cy="131089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0187" y="4888738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Termik ta’sir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0187" y="5286882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— tanada kuyishlar, to‘qima va qon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tomirlarining qizishi.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Elektr tokining inson tanasiga qanday to‘rt xil ta’siri bor?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nam qo‘l bilan rozetkaga tegish xavfli?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Tokning tana bo‘ylab qaysi yo‘li eng xavfli hisoblanadi va nima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uchun?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9865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9865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0190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91083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Elektr jihozida nosozlik sezilganda birinchi navbatda nima qilish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kerak?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50279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50279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50604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9522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Tok ta’siriga tushgan odamni qanday qilib xavfsiz ajratish mumkin?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C2562D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2-mavzu. Elektr xavfsizligi qoidalari va elektr jihozlaridan xavfsiz foydalanish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