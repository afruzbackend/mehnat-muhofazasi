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14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9E2A3A"/>
                </a:solidFill>
                <a:latin typeface="Georgia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9E2A3A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Evakuatsiya qoidalari va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evakuatsiya vaqtida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xavfsizlikni ta’minlash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Evakuatsiya rejasining tuzilishi va ahamiyati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Evakuatsiya yo‘llari va zaxira chiqish eshiklari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Bino ichidan tartibli va xavfsiz chiqib ketish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9E2A3A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evakuatsiya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rejasining tuzilishi, evakuatsiya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yo‘llariga qo‘yiladigan talablar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 bino ichidan tartibli hamda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xavfsiz chiqib ketish yuzasidan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bilim va 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Evakuatsiya rejasini o‘qiy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oladilar, evakuatsiya signalidan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keyin tartibli harakatlanadilar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 jamoada bir-biriga yordam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beradilar.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1-REJA · EVAKUATSIYA REJASINING TUZILISHI VA AHAMIYATI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Evakuatsiya tushunchasi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Evakuatsiya — favqulodda vaziyat (yong‘in, zilzila, gaz sizishi va h.k.)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xavfi tug‘ilganda yoki sodir bo‘lganda odamlarni xavfli hududdan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xavfsiz joyga uyushqoqlik bilan ko‘chirish jarayonidir.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1-REJA · EVAKUATSIYA REJASINING TUZILISHI VA AHAMIYATI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Evakuatsiya rejasi va uning tarkibi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96469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37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Har bir qavatda, zinapoya va yo‘laklarda ko‘rinadigan joyga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evakuatsiya rejasi osib qo‘yiladi.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88763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73786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«Siz shu yerdasiz» belgisi — rejaga qarayotgan odamning joylashuvi;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45659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30682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asosiy va zaxira chiqish yo‘llari (yashil o‘qlar bilan);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02555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87578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o‘t o‘chirgichlar, yong‘in kranlari va tibbiy qutichalar joylashuvi;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59451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44474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elektr bosh o‘chirgichi va yong‘in signalizatsiyasi tugmasi;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16347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01370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yig‘ilish joyi.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1-REJA · EVAKUATSIYA REJASINING TUZILISHI VA AHAMIYATI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Xavfsizlik belgilari va ranglar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Grafik dizayn yo‘nalishi o‘quvchilari uchun bu belgilar vizual kommunikatsiyaning yaxshi namunasi: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ular tilni bilmagan odamga ham bir qarashda tushunarli bo‘lishi kerak.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3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926"/>
                <a:gridCol w="3848321"/>
                <a:gridCol w="5947406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Rang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Ma’nosi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Misol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Yashil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Xavfsizlik, chiqish yo‘li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«Chiqish», yugurayotgan odam belgisi, tibbiy yordam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Qizil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Yong‘inga qarshi vositalar, taqiq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O‘t o‘chirgich, yong‘in krani, «Taqiqlanadi»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Sariq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Ogohlantirish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«Ehtiyot bo‘ling, elektr kuchlanishi!»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Majburiy ko‘rsatma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«Himoya ko‘zoynagini taqing»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2-REJA · EVAKUATSIYA YO‘LLARI VA ZAXIRA CHIQISH ESHIKLARI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Evakuatsiya yo‘llariga qo‘yiladigan talablar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79183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Yo‘laklar, zinapoyalar va chiqish eshiklari doimo bo‘sh bo‘lishi, ularga mebel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yoki jihozlar qo‘yilmasligi kerak.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05775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71750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Evakuatsiya eshiklari tashqariga ochilishi va qulflanmagan (yoki ichkaridan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kalitsiz ochiladigan) bo‘lishi lozim.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632367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498342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«Chiqish» belgilari yoritilgan bo‘ladi; elektr o‘chganda ham avariya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yoritgichlari ishlaydi.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55895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424934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Har bir qavatda kamida ikkita evakuatsiya yo‘li bo‘lishi tavsiya etiladi.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095407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961382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Zinapoyalarda tutun kirmasligi uchun eshiklar o‘z-o‘zidan yopiladigan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bo‘ladi.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2-REJA · EVAKUATSIYA YO‘LLARI VA ZAXIRA CHIQISH ESHIKLARI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Zaxira chiqish yo‘llari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Asosiy chiqish yo‘li olov yoki tutun bilan to‘silib qolsa, zaxira yo‘ldan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foydalaniladi. Shuning uchun har bir o‘quvchi o‘z xonasidan ikkala yo‘l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bo‘yicha ham binodan chiqishni bilishi kerak.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3-REJA · BINO ICHIDAN TARTIBLI VA XAVFSIZ CHIQIB KETISH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Evakuatsiya qilish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63435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Ogohlantirish signali berilganda ishni darhol to‘xtatish va elektr jihozlarini o‘chirish.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267371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149094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Ustki kiyim va shaxsiy hujjatlarni olish — buning uchun 1 daqiqadan ortiq vaqt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sarflamaslik.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12893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010662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Mas’ul o‘qituvchi rahbarligida, bir qatorda, yugurmasdan, lekin tez harakatlanish.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632875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514598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Yo‘lak va eshiklarda tiqilinch hosil qilmaslik, itarishmaslik, orqaga qaytmaslik.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136811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018534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Jismonan zaif, jarohatlangan yoki vahimaga tushgan o‘quvchilarga yordam berish.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4640747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522470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Yig‘ilish joyida to‘planish va o‘qituvchiga yo‘qlama berish. Yo‘qolgan odam haqida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darhol qutqaruvchilarga xabar berish.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3-REJA · BINO ICHIDAN TARTIBLI VA XAVFSIZ CHIQIB KETISH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O‘qituvchi va guruh sardorining vazifalari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O‘qituvchi guruh jurnalini olib, o‘quvchilarni boshqaradi va oxirida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xonadan chiqadi, xonada hech kim qolmaganiga ishonch hosil qiladi.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Guruh sardori oldinda yuradi va yo‘nalishni ko‘rsatadi.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55507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573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Yig‘ilish joyida o‘qituvchi davomatni tekshiradi va natijani mas’ul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shaxsga ma’lum qiladi.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3-REJA · BINO ICHIDAN TARTIBLI VA XAVFSIZ CHIQIB KETISH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O‘quv evakuatsiya mashqlari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Ta’lim muassasalarida yiliga kamida ikki marta o‘quv evakuatsiya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mashqlari o‘tkaziladi. Ularni jiddiy qabul qilish kerak: haqiqiy vaziyatda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odam o‘ylamasdan, mashq qilingan harakatni bajaradi. Mashqdan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keyin evakuatsiya vaqti va kamchiliklar tahlil qilinadi.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4389882"/>
          </a:xfrm>
          <a:prstGeom prst="roundRect">
            <a:avLst>
              <a:gd name="adj" fmla="val 1666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4389882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Evakuatsiya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Favqulodda vaziyat (yong‘in, zilzila, gaz sizishi va h.k.) xavfi tug‘ilganda yoki sodir bo‘lganda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odamlarni xavfli hududdan xavfsiz joyga uyushqoqlik…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Evakuatsiya deb nimaga aytiladi?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Evakuatsiya rejasida qanday ma’lumotlar aks ettiriladi?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Evakuatsiya yo‘llariga qanday talablar qo‘yiladi?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Evakuatsiya signalidan so‘ng talabaning birinchi harakati qanday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bo‘lishi kerak?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59864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59864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6311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5229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yig‘ilish joyida yo‘qlama qilish muhim?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9E2A3A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7-mavzu. Evakuatsiya qoidalari va evakuatsiya vaqtida xavfsizlikni ta’minlash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