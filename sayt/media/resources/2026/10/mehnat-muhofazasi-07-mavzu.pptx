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Evakuatsiya qoidalari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evakuatsiya vaqtida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xavfsizlikni ta’minlash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Evakuatsiya rejasining tuzilishi va ahamiyati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Evakuatsiya yo‘llari va zaxira chiqish eshiklari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Bino ichidan tartibli va xavfsiz chiqib ketish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evakuatsiya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rejasining tuzilishi, evakuatsiya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yo‘llariga qo‘yiladigan talablar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bino ichidan tartibli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chiqib ketish yuzasidan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Evakuatsiya rejasini o‘qiy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oladilar, evakuatsiya signalidan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keyin tartibli harakatlanadilar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jamoada bir-biriga yordam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EVAKUATSIYA REJASINING TUZILISHI VA AHAMIYATI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Evakuatsiya tushunchasi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Evakuatsiya — favqulodda vaziyat (yong‘in, zilzila, gaz sizishi va h.k.)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xavfi tug‘ilganda yoki sodir bo‘lganda odamlarni xavfli hududdan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xavfsiz joyga uyushqoqlik bilan ko‘chirish jarayonidir.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EVAKUATSIYA REJASINING TUZILISHI VA AHAMIYATI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Evakuatsiya rejasi va uning tarkibi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bir qavatda, zinapoya va yo‘laklarda ko‘rinadigan joyga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evakuatsiya rejasi osib qo‘yiladi.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«Siz shu yerdasiz» belgisi — rejaga qarayotgan odamning joylashuvi;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asosiy va zaxira chiqish yo‘llari (yashil o‘qlar bilan);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o‘t o‘chirgichlar, yong‘in kranlari va tibbiy qutichalar joylashuvi;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 bosh o‘chirgichi va yong‘in signalizatsiyasi tugmasi;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634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137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yig‘ilish joyi.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EVAKUATSIYA REJASINING TUZILISHI VA AHAMIYATI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belgilari va ranglar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Grafik dizayn yo‘nalishi o‘quvchilari uchun bu belgilar vizual kommunikatsiyaning yaxshi namunasi: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ular tilni bilmagan odamga ham bir qarashda tushunarli bo‘lishi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926"/>
                <a:gridCol w="3848321"/>
                <a:gridCol w="594740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Rang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Yashil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Xavfsizlik, chiqish yo‘li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«Chiqish», yugurayotgan odam belgisi, tibbiy yordam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Qizil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Yong‘inga qarshi vositalar, taqiq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O‘t o‘chirgich, yong‘in krani, «Taqiqlanadi»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Ogohlantirish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«Ehtiyot bo‘ling, elektr kuchlanishi!»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Majburiy ko‘rsatma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«Himoya ko‘zoynagini taqing»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EVAKUATSIYA YO‘LLARI VA ZAXIRA CHIQISH ESHIKLARI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Evakuatsiya yo‘llariga qo‘yiladigan talablar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Yo‘laklar, zinapoyalar va chiqish eshiklari doimo bo‘sh bo‘lishi, ularga mebel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yoki jihozlar qo‘yilmasligi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Evakuatsiya eshiklari tashqariga ochilishi va qulflanmagan (yoki ichkaridan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kalitsiz ochiladigan) bo‘lishi lozim.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«Chiqish» belgilari yoritilgan bo‘ladi; elektr o‘chganda ham avariya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yoritgichlari ishlaydi.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Har bir qavatda kamida ikkita evakuatsiya yo‘li bo‘lishi tavsiya etiladi.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954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Zinapoyalarda tutun kirmasligi uchun eshiklar o‘z-o‘zidan yopiladigan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bo‘ladi.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EVAKUATSIYA YO‘LLARI VA ZAXIRA CHIQISH ESHIKLARI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 chiqish yo‘llari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Asosiy chiqish yo‘li olov yoki tutun bilan to‘silib qolsa, zaxira yo‘ldan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foydalaniladi. Shuning uchun har bir o‘quvchi o‘z xonasidan ikkala yo‘l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bo‘yicha ham binodan chiqishni bilishi kerak.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BINO ICHIDAN TARTIBLI VA XAVFSIZ CHIQIB KETISH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Evakuatsiya qilish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Ogohlantirish signali berilganda ishni darhol to‘xtatish va elektr jihozlarini o‘chirish.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6737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490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Ustki kiyim va shaxsiy hujjatlarni olish — buning uchun 1 daqiqadan ortiq vaqt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sarflamaslik.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289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106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Mas’ul o‘qituvchi rahbarligida, bir qatorda, yugurmasdan, lekin tez harakatlanish.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63287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1459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Yo‘lak va eshiklarda tiqilinch hosil qilmaslik, itarishmaslik, orqaga qaytmaslik.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3681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1853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Jismonan zaif, jarohatlangan yoki vahimaga tushgan o‘quvchilarga yordam berish.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407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2247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Yig‘ilish joyida to‘planish va o‘qituvchiga yo‘qlama berish. Yo‘qolgan odam haqida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darhol qutqaruvchilarga xabar berish.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BINO ICHIDAN TARTIBLI VA XAVFSIZ CHIQIB KETISH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O‘qituvchi va guruh sardorining vazifalari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O‘qituvchi guruh jurnalini olib, o‘quvchilarni boshqaradi va oxirida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xonadan chiqadi, xonada hech kim qolmaganiga ishonch hosil qiladi.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Guruh sardori oldinda yuradi va yo‘nalishni ko‘rsatadi.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Yig‘ilish joyida o‘qituvchi davomatni tekshiradi va natijani mas’ul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shaxsga ma’lum qiladi.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BINO ICHIDAN TARTIBLI VA XAVFSIZ CHIQIB KETISH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O‘quv evakuatsiya mashqlari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Ta’lim muassasalarida yiliga kamida ikki marta o‘quv evakuatsiya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mashqlari o‘tkaziladi. Ularni jiddiy qabul qilish kerak: haqiqiy vaziyatda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odam o‘ylamasdan, mashq qilingan harakatni bajaradi. Mashqdan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keyin evakuatsiya vaqti va kamchiliklar tahlil qilinadi.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Evakuatsiya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Favqulodda vaziyat (yong‘in, zilzila, gaz sizishi va h.k.) xavfi tug‘ilganda yoki sodir bo‘lganda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odamlarni xavfli hududdan xavfsiz joyga uyushqoqlik…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Evakuatsiya deb nimaga aytiladi?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Evakuatsiya rejasida qanday ma’lumotlar aks ettiriladi?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Evakuatsiya yo‘llariga qanday talablar qo‘yiladi?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Evakuatsiya signalidan so‘ng talabaning birinchi harakati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bo‘lishi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yig‘ilish joyida yo‘qlama qilish muhim?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7-mavzu. Evakuatsiya qoidalari va evakuatsiya vaqtida xavfsizlikni ta’minlash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