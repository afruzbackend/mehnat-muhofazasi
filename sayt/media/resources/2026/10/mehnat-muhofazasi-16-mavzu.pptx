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13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2F68B8"/>
                </a:solidFill>
                <a:latin typeface="Georgia"/>
              </a:rPr>
              <a:t>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F68B8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Kompyuter va raqamli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qurilmalardan xavfsiz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foydalanish qoidalari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16-MAVZU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189661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Kompyuter texnikasini yoqish va o‘chirishning to‘g‘ri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tartibi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35965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Tashqi qurilmalar (skaner, grafik planshet, printer) bilan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xavfsiz ishlash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82269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Statik elektrdan himoyalanish va qurilmalarni tozalash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qoidalari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16-MAVZU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F68B8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046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sz="2500" b="0">
                <a:solidFill>
                  <a:srgbClr val="3A4560"/>
                </a:solidFill>
                <a:latin typeface="Segoe UI"/>
              </a:rPr>
              <a:t>O‘quvchilarga kompyuter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texnikasini to‘g‘ri yoqish va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o‘chirish, tashqi qurilmalar bilan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xavfsiz ishlash hamda statik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elektrdan himoyalanish va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qurilmalarni tozalash yuzasidan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bilim va 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Kompyuterni belgilangan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tartibda yoqib-o‘chiradilar,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periferik qurilmalar bilan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xavfsiz ishlaydilar va texnikani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to‘g‘ri tozalaydilar.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1-REJA · KOMPYUTER TEXNIKASINI YOQISH VA O‘CHIRISHNING TO‘G‘RI TARTIBI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Kompyuter texnikasining o‘ziga xosligi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Kompyuter va raqamli qurilmalar nozik elektron elementlardan tashkil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topgan. Ular kuchlanish sakrashi, statik zaryad, chang, namlik va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mexanik zarbalarga sezgir.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1-REJA · KOMPYUTER TEXNIKASINI YOQISH VA O‘CHIRISHNING TO‘G‘RI TARTIBI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Ishni boshlash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1313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Ish joyini ko‘zdan kechirish: </a:t>
            </a:r>
            <a:r>
              <a:rPr sz="2600" b="0">
                <a:solidFill>
                  <a:srgbClr val="1B2A4A"/>
                </a:solidFill>
                <a:latin typeface="Segoe UI"/>
              </a:rPr>
              <a:t>kabellar, vilkalar va rozetkalar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butunligini, qurilmalar ustida suyuqlik va begona narsalar yo‘qligini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tekshirish.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209203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059430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Avval elektr tarmoq filtri yoki UPSni yoqish.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778163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62839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So‘ng monitor va kerakli periferik qurilmalarni, oxirida tizim blokini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yoqish.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76977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620006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Operatsion tizim to‘liq yuklanguncha kutish va shundan keyin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dasturlarni ishga tushirish.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1-REJA · KOMPYUTER TEXNIKASINI YOQISH VA O‘CHIRISHNING TO‘G‘RI TARTIBI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Ishni yakunlash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72415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69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>
                <a:solidFill>
                  <a:srgbClr val="3A4560"/>
                </a:solidFill>
                <a:latin typeface="Segoe UI"/>
              </a:rPr>
              <a:t>Tizim blokini tugmani uzoq bosib yoki vilkani sug‘urib o‘chirish taqiqlanadi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— bu fayllar va operatsion tizim buzilishiga olib keladi. Bunday usul faqat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kompyuter butunlay «qotib» qolganda va boshqa iloj bo‘lmaganda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qo‘llanadi.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63135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49732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Barcha fayllarni saqlash va dasturlarni yopish.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416779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4033774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Operatsion tizim orqali kompyuterni o‘chirish (Windows’da: «Start» — «Shut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down»; rus tilidagi versiyada «Пуск» — «Завершение работы»).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509439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96036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Tizim to‘liq o‘chgach, monitor va periferik qurilmalarni o‘chirish.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63083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496814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Oxirida tarmoq filtri yoki UPSni o‘chirish.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2-REJA · TASHQI QURILMALAR (SKANER, GRAFIK PLANSHET, PRINTER) BILAN XAVFSIZ ISHLASH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Tashqi (periferik) qurilmalar bilan ishlash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USB qurilmalardan tashqari boshqa qurilmalarni (monitor kabeli, ichki qismlar) faqat kompyuter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o‘chiq holatda ulash tavsiya etiladi.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4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0974"/>
                <a:gridCol w="7867680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Qurilma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Xavfsizlik qoidalari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Lazer printer va plotter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Ish paytida qopqog‘ini ochmaslik; qog‘oz tiqilsa, avval o‘chirish;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Skaner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Shisha yuzasiga og‘ir narsa qo‘ymaslik va qattiq bosmaslik;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Grafik planshet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Peroni tushirib yubormaslik; ustiga suyuqlik to‘kmaslik;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Fleshka, tashqi disk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«Xavfsiz chiqarish» buyrug‘idan keyin uzish;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Proyektor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Linzaga qaramaslik; o‘chirgandan keyin sovishini kutib, keyin…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3-REJA · STATIK ELEKTRDAN HIMOYALANISH VA QURILMALARNI TOZALASH QOIDALARI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Statik elektr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Statik elektr — jismlar ishqalanishi natijasida ularning yuzasida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to‘planadigan elektr zaryadi. Quruq havoda, sintetik kiyim va gilam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ustida tanada statik zaryad to‘planadi. U inson uchun xavfsiz, lekin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kompyuter ichidagi mikrosxemalarni buzishi mumkin.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3-REJA · STATIK ELEKTRDAN HIMOYALANISH VA QURILMALARNI TOZALASH QOIDALARI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Qurilmalarni tozalash qoidalari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Monitor va grafik planshetlar faqat o‘chirilgan holatda tozalanadi.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6389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1411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Maxsus antistatik salfetka yoki quruq mikrofibra mato ishlatiladi.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293285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78307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Ho‘l mato, spirt va ammiakli vositalar bilan artish, suyuqlikni bevosita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ekranga sepish taqiqlanadi: suyuqlik ekran qirralaridan ichkariga oqib…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924467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77469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Klaviatura teskari qilib silkitiladi yoki siqilgan havo bilan tozalanadi.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493427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34365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Tizim bloki ichidagi chang yiliga kamida bir marta mutaxassis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tomonidan tozalanadi.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3-REJA · STATIK ELEKTRDAN HIMOYALANISH VA QURILMALARNI TOZALASH QOIDALARI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Xulosa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Texnikaga ehtiyotkorona munosabat — bu ham xavfsizlik, ham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professional madaniyat belgisi. To‘g‘ri yoqish-o‘chirish, toza va tartibli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ish joyi qurilmaning xizmat muddatini uzaytiradi va ish natijalarini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asraydi.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16-MAVZU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4389882"/>
          </a:xfrm>
          <a:prstGeom prst="roundRect">
            <a:avLst>
              <a:gd name="adj" fmla="val 1666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4389882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Statik elektr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Jismlar ishqalanishi natijasida ularning yuzasida to‘planadigan elektr zaryadi.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16-MAVZU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Kompyuterni yoqish ketma-ketligi qanday?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kompyuterni vilkani sug‘urib o‘chirish mumkin emas?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Lazer printer bilan ishlashda qanday xavflar bor?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Statik elektr kompyuterga qanday zarar yetkazadi?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16938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16938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20192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09371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monitorni ho‘l mato bilan artish mumkin emas?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16-mavzu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2F68B8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16-mavzu. Kompyuter va raqamli qurilmalardan xavfsiz foydalanish qoidalari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