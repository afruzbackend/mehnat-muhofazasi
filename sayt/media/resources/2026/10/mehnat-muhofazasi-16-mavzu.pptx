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va raqamli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qurilmalardan xavfsiz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 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texnikasini yoqish va o‘chirishning to‘g‘ri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tartibi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Tashqi qurilmalar (skaner, grafik planshet, printer) bilan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xavfsiz ishlash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Statik elektrdan himoyalanish va qurilmalarni tozalash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qoidalari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texnikasini to‘g‘ri yoqish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o‘chirish, tashqi qurilmalar bilan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xavfsiz ishlash hamda statik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elektrdan himoyalanish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qurilmalarni tozalash yuzasidan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bilim 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Kompyuterni belgilangan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tartibda yoqib-o‘chiradilar,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periferik qurilmalar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ishlaydilar va texnikani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tozalaydilar.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KOMPYUTER TEXNIKASINI YOQISH VA O‘CHIRISHNING TO‘G‘RI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texnikasining o‘ziga xosligi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va raqamli qurilmalar nozik elektron elementlardan tashkil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topgan. Ular kuchlanish sakrashi, statik zaryad, chang, namlik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mexanik zarbalarga sezgir.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KOMPYUTER TEXNIKASINI YOQISH VA O‘CHIRISHNING TO‘G‘RI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boshlash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Ish joyini ko‘zdan kechirish: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kabellar, vilkalar va rozetkalar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butunligini, qurilmalar ustida suyuqlik va begona narsalar yo‘qligini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Avval elektr tarmoq filtri yoki UPSni yoqish.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So‘ng monitor va kerakli periferik qurilmalarni, oxirida tizim blokini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yoqish.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 to‘liq yuklanguncha kutish va shundan keyin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dasturlarni ishga tushirish.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KOMPYUTER TEXNIKASINI YOQISH VA O‘CHIRISHNING TO‘G‘RI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yakunlash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7241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69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Tizim blokini tugmani uzoq bosib yoki vilkani sug‘urib o‘chirish taqiqlanadi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— bu fayllar va operatsion tizim buzilishiga olib keladi. Bunday usul faqat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kompyuter butunlay «qotib» qolganda va boshqa iloj bo‘lmaganda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qo‘llanadi.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63135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4973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Barcha fayllarni saqlash va dasturlarni yopish.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6779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3377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Operatsion tizim orqali kompyuterni o‘chirish (Windows’da: «Start» — «Shut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down»; rus tilidagi versiyada «Пуск» — «Завершение работы»).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09439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96036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Tizim to‘liq o‘chgach, monitor va periferik qurilmalarni o‘chirish.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63083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49681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Oxirida tarmoq filtri yoki UPSni o‘chirish.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TASHQI QURILMALAR (SKANER, GRAFIK PLANSHET, PRINTER) BILAN XAVFSIZ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Tashqi (periferik) qurilmalar bilan ishlash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USB qurilmalardan tashqari boshqa qurilmalarni (monitor kabeli, ichki qismlar) faqat kompyuter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o‘chiq holatda ulash tavsiya etiladi.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974"/>
                <a:gridCol w="78676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Xavfsizlik qoidalari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Lazer printer va plotter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 paytida qopqog‘ini ochmaslik; qog‘oz tiqilsa, avval o‘chirish;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Skaner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Shisha yuzasiga og‘ir narsa qo‘ymaslik va qattiq bosmaslik;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Grafik planshet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Peroni tushirib yubormaslik; ustiga suyuqlik to‘kmaslik;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Fleshka, tashqi disk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«Xavfsiz chiqarish» buyrug‘idan keyin uzish;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Proyektor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Linzaga qaramaslik; o‘chirgandan keyin sovishini kutib, keyin…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STATIK ELEKTRDAN HIMOYALANISH VA QURILMALARNI TOZALASH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Statik elektr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Statik elektr — jismlar ishqalanishi natijasida ularning yuzasida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to‘planadigan elektr zaryadi. Quruq havoda, sintetik kiyim va gilam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ustida tanada statik zaryad to‘planadi. U inson uchun xavfsiz, lekin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kompyuter ichidagi mikrosxemalarni buzishi mumkin.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STATIK ELEKTRDAN HIMOYALANISH VA QURILMALARNI TOZALASH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Qurilmalarni tozalash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 va grafik planshetlar faqat o‘chirilgan holatda tozalanadi.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Maxsus antistatik salfetka yoki quruq mikrofibra mato ishlatiladi.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Ho‘l mato, spirt va ammiakli vositalar bilan artish, suyuqlikni bevosita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ekranga sepish taqiqlanadi: suyuqlik ekran qirralaridan ichkariga oqib…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Klaviatura teskari qilib silkitiladi yoki siqilgan havo bilan tozalanadi.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Tizim bloki ichidagi chang yiliga kamida bir marta mutaxassis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tomonidan tozalanadi.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STATIK ELEKTRDAN HIMOYALANISH VA QURILMALARNI TOZALASH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Texnikaga ehtiyotkorona munosabat — bu ham xavfsizlik, ham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professional madaniyat belgisi. To‘g‘ri yoqish-o‘chirish, toza va tartibli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 joyi qurilmaning xizmat muddatini uzaytiradi va ish natijalarini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asraydi.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Statik elektr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Jismlar ishqalanishi natijasida ularning yuzasida to‘planadigan elektr zaryadi.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Texnikaga ehtiyotkorona munosabat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 ham xavfsizlik, ham professional madaniyat belgisi.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 yoqish ketma-ketligi qanday?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kompyuterni vilkani sug‘urib o‘chirish mumkin emas?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Lazer printer bilan ishlashda qanday xavflar bor?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Statik elektr kompyuterga qanday zarar yetkazadi?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monitorni ho‘l mato bilan artish mumkin emas?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16-mavzu. Kompyuter va raqamli qurilmalardan xavfsiz foydalanish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