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11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4508F"/>
                </a:solidFill>
                <a:latin typeface="Georgia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Jarohat, qon ketishi va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kuyishlarda birinchi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yordam ko‘rsatish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Qon ketish turlari (kapillyar, venoz, arterial) va to‘xtatish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usullari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Kuyish turlari va darajalari, ularda birinchi yordam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Jarohatlarni bog‘lash va antiseptik ishlov berish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qon ketish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turlari va uni to‘xtatish usullari,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kuyish turlari va darajalari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hamda jarohatlarda birinchi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yordam ko‘rsatish yuzasidan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bilim 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Qon ketish turlarini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farqlaydilar, bosuvchi bog‘lam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qo‘ya oladilar va kuyishlarda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birinchi yordam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ko‘rsatadilar.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QON KETISH TURLARI (KAPILLYAR, VENOZ, ARTERIAL) VA TO‘XTATISH USULLARI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Qon ketish turlari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Ish joyida va kundalik hayotda kesilish, teshilish, ezilish kabi jarohatlar sodir bo‘lishi mumkin.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Kompyuter xonasida ham singan monitor oynasi, maket kesishda ishlatiladigan o‘tkir pichoq yoki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metall korpus qirrasi jarohatga sabab bo‘ladi.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3" cy="2239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5023"/>
                <a:gridCol w="5582389"/>
                <a:gridCol w="4361241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Turi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Belgilari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Xavfi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Kapillyar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Qon butun yuzadan tomchilab sizadi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Kam; o‘zi tez to‘xtaydi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Venoz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To‘q qizil (qoramtir) qon bir tekis, bosimsiz oqadi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O‘rtacha; to‘xtatish zarur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Arterial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Och qizil (al) qon yurak urishi bilan bir maromda otilib chiqadi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Juda yuqori; bir necha daqiqada hayot uchun xavfli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KUYISH TURLARI VA DARAJALARI, ULARDA BIRINCHI YORDAM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Qon ketishini to‘xtatish usullari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Iloji bo‘lsa, bir martalik qo‘lqop kiyish (o‘zini infeksiyadan himoya qilish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uchun).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Jarohatni steril salfetka yoki toza mato bilan qattiq bosish — bu har qanday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qon ketishida birinchi va asosiy usul.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3236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9834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Kapillyar va venoz qon ketishida jarohat atrofiga antiseptik surtib, bosuvchi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bog‘lam qo‘yish. Qo‘l yoki oyoq yurak sathidan yuqoriga ko‘tariladi.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55895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42493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Arterial qon ketishida, agar bosim bilan to‘xtamasa, jarohatdan 5–7 sm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yuqoriga, kiyim yoki mato ustidan jgut qo‘yish.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48555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3515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Jabrlanuvchini zudlik bilan tibbiy muassasaga yetkazish yoki 103 ni chaqirish.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KUYISH TURLARI VA DARAJALARI, ULARDA BIRINCHI YORDAM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Jgut qo‘yish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Jgut faqat arterial qon ketishida va boshqa usullar yordam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bermaganda qo‘yiladi.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 yalang teriga emas, kiyim yoki mato ustidan qo‘yiladi.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Jgut qo‘yilgan vaqt qog‘ozga yozilib, jgut ostiga qistirib qo‘yiladi.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Jgut yozda 1 soatdan, qishda 30 daqiqadan ortiq turmasligi kerak.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49342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34365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Jgut ustini yopib qo‘ymaslik — u ko‘rinib turishi kerak.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KUYISH TURLARI VA DARAJALARI, ULARDA BIRINCHI YORDAM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Jarohatni bog‘lash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Jarohat iflos bo‘lsa, toza oqar suv bilan yuviladi, atrofi (ichi emas)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antiseptik bilan artiladi va steril salfetka qo‘yilib, bint bilan o‘raladi. Bint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pastdan yuqoriga, har bir aylanma oldingisini yarmigacha yopib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o‘raladi va oxiri mahkamlanadi.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Burundan qon ketganda boshni orqaga emas, biroz oldinga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engashtirib, burun qanotlarini 10 daqiqa bosib turish va burun ustiga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sovuq narsa qo‘yish kerak.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JAROHATLARNI BOG‘LASH VA ANTISEPTIK ISHLOV BERISH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Kuyish turlari va darajalari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Kuyishlar sababiga ko‘ra termik (olov, qaynoq suv, qizigan jism), kimyoviy, elektr va nur (quyosh)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kuyishlariga bo‘linadi.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849"/>
                <a:gridCol w="851480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Daraja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Belgilari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 daraja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Teri qizaradi, shishadi, og‘riydi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II daraja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Ichida suyuqlik bo‘lgan pufakchalar paydo bo‘ladi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III–IV daraja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Teri va chuqur to‘qimalar halok bo‘ladi, qorayadi;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JAROHATLARNI BOG‘LASH VA ANTISEPTIK ISHLOV BERISH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Kuyishda birinchi yordam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2123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184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>
                <a:solidFill>
                  <a:srgbClr val="3A4560"/>
                </a:solidFill>
                <a:latin typeface="Segoe UI"/>
              </a:rPr>
              <a:t>Kuygan joyga yog‘, moy, qaymoq, tish pastasi yoki spirt surtish QAT’IYAN MAN</a:t>
            </a:r>
            <a:br/>
            <a:r>
              <a:rPr sz="2300" b="0">
                <a:solidFill>
                  <a:srgbClr val="3A4560"/>
                </a:solidFill>
                <a:latin typeface="Segoe UI"/>
              </a:rPr>
              <a:t>ETILADI: yog‘ issiqlikni ichkarida ushlab qoladi va infeksiya xavfini oshiradi.</a:t>
            </a:r>
            <a:br/>
            <a:r>
              <a:rPr sz="2300" b="0">
                <a:solidFill>
                  <a:srgbClr val="3A4560"/>
                </a:solidFill>
                <a:latin typeface="Segoe UI"/>
              </a:rPr>
              <a:t>Pufakchalarni yorish ham mumkin emas.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10379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98551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Kuydiruvchi omil ta’sirini to‘xtatish (olovni o‘chirish, tok manbaini uzish).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0772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89452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Kuygan joyni 15–20 daqiqa davomida salqin oqar suv ostida tutish. Muz qo‘yish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mumkin emas — u to‘qimalarni qo‘shimcha shikastlaydi.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46929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351020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Uzuk, soat, bilakuzukni shish paydo bo‘lmasidan oldin yechib olish.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97323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85495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Kuygan joyga yopishib qolgan kiyimni yulib olmaslik.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47716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5889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Ustiga steril quruq bog‘lam qo‘yish, jabrlanuvchiga ko‘p suyuqlik ichirish.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9-MAVZU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Qon ketishining qanday turlari bor va ular qanday farqlanadi?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Arterial qon ketishini venoz qon ketishidan qanday farqlash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mumkin?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Jgut qo‘yishda qanday qoidalarga amal qilinadi?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Kuyishning qanday darajalari bor?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Kuygan joyga nima uchun yog‘ yoki moy surtish mumkin emas?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9-mavzu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4508F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9-mavzu. Jarohat, qon ketishi va kuyishlarda birinchi yordam ko‘rsatish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